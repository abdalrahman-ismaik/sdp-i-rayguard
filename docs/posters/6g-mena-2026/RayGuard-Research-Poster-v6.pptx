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
  </p:notesMasterIdLst>
  <p:sldIdLst>
    <p:sldId id="256" r:id="rId3"/>
  </p:sldIdLst>
  <p:sldSz cx="4049713" cy="540385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300" d="100"/>
          <a:sy n="300" d="100"/>
        </p:scale>
        <p:origin x="121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RAYGUARD RESEARCH POSTER V6 — EDITABLE REVIEW DRAFT</a:t>
            </a:r>
          </a:p>
          <a:p>
            <a:r>
              <a:t>Both workstreams are introduced: P1 single-baggage device/region localization; P2 component evidence across related packages. Current three YOLOv10-M task checkpoints run independently. Sequential host association, benign/modified policy, component extraction and P2 fusion are not complete. FALCON is a paper-based research motivation, not integrated local code.</a:t>
            </a:r>
          </a:p>
          <a:p>
            <a:endParaRPr/>
          </a:p>
          <a:p>
            <a:r>
              <a:t>SOURCE1: Natnael Abule Takele et al. A Benchmark Dataset for Concealed Improvised Explosive Device Detection in X-ray Security Imaging. Scientific Data13,962(2026). https://doi.org/10.1038/s41597-026-07263-7. PDF hash 04015a3b2d34c00c91c9645ad086c1a638da955ef66777cb5a6804554bdb248f. Dataset:17,360 processedRGB scans,12,224train and5,136test. Three separate task benchmarks. AP@[.50:.95] table values from Tables2–4,pp.7–8. Figure6(a,f),p.9 are selected published outputs, every in-panel box retained, source JPEG hash3fa2f22a773fb6e97478b43c4dcf70c62083f3cda0b4bb9258783b71b009036f. CC BY4.0; https://creativecommons.org/licenses/by/4.0/. Native selected-panel crops and transcribed legend; no annotation alteration.</a:t>
            </a:r>
          </a:p>
          <a:p>
            <a:endParaRPr/>
          </a:p>
          <a:p>
            <a:r>
              <a:t>SOURCE2: Yonathan Michael,Mohamad Alansari,Natnael Takele,Andreas Henschel,Naoufel Werghi. FALCON: Functional Assembly and Language for Compositional Reasoning in X-ray. https://arxiv.org/abs/2606.25701v2. PDF hash7451c081b4d287a7a22ca627912c48b1a0f6accee6edd42ef700667846663a15. Figure9,PDFp22(appendixp5), original embedded JPEG xref904,410x367, extracted without re-encoding. Red boxes and masks are baked into this source JPEG. Native aspect ratio retained, removing the horizontal stretch in the published PDF layout. The rightmost single-image example is displayed with three matched, enlarged regions; it is not a related bag group. Table3p13 fine-tuned referring functional grounding mIoU:FALCON69.58,Groma29.55,Sting-Bee14.96,LISA12.98. AP and mIoU are different tasks/metrics. Appendix15p27 explicitly proposes cross-image evidence aggregation. CC BY4.0 license verified through arXivv2 record. Source JPEG SHA256 03db22a40b38832f744ec3ff50b2de657ddae7f67dd3f6fe8919e687d5db41f8.</a:t>
            </a:r>
          </a:p>
          <a:p>
            <a:endParaRPr/>
          </a:p>
          <a:p>
            <a:r>
              <a:t>SOURCE3: Naoufel Werghi,AI-Powered Explosive Detection in X-ray Scans,internal three-page SDP proposal. Acquisition/preprocessing/detection/unseen-test/evaluation/operator output. Meeting01§3.1 supplies P1/P2 distinction and late-fusion versus end-to-end comparison. Meeting02 retains collection-first priority. Four schematic package slots reflect the supplied scenario catalogue; these are illustrative slots, not acquired images or measured case outcomes. No inventory codes or model category IDs are conflated. Case membership must be externally supported, not inferred from filenames.</a:t>
            </a:r>
          </a:p>
          <a:p>
            <a:endParaRPr/>
          </a:p>
          <a:p>
            <a:r>
              <a:t>LOCAL DEMONSTRATION: saved author-yolov10m-generic CPU Train000003 output, actual confidence0.970261812210083, original image577×283; one Explosive box in original xyxy coordinates [229.22808837890625,71.39556884765625,320.7458190917969,227.05508422851562]. Checkpoint hashb484d9a6fb37236f6adcc8c019e6a836f11901dc53a0f71d6cce7262413287ff. Source hash9ada24fc07daf750e858dbd96531c9b520ec08efe52fd89d0bc2f7e01613de40. Original overlay hash01c13941850c234de46c0e93b2ecc703d7c69d2dbcb9ff86aefcb7beafc2ee05. Dataset imagery:Natnael Takele,IEDXrayDatasetv1,CCBY4.0,https://doi.org/10.6084/m9.figshare.30784328.v1. Saved RayGuard overlays added. Training-image illustration only; confidence is not accuracy. No new inference or benchmark run for this poster.</a:t>
            </a:r>
          </a:p>
          <a:p>
            <a:endParaRPr/>
          </a:p>
          <a:p>
            <a:r>
              <a:t>DESIGN: Preserve original conference master/logo/gradient/footer and native dimensions. Body text and explanatory captions justified; titles/diagram labels/numeric cells retain legible semantic alignment. Text, diagrams, connectors, table and bars editable. Source images raster with retained original annotations. Compatibility exception: artifact-tool2.8.4 drops justified paragraph alignment in PPTX import/export; a bounded native PowerPoint pass applies only Justify=4 to the original eight named justified text boxes, including the owner-edited credits for the explicit formatting requirement. Independent API probes confirm the limitation; content, geometry and media are checked before and after. Source PDFs, repository source/config/tests, current docs and active private records reviewed; lock/manifests structurally inspected, generated/vendor/binary artifacts not treated as scientific text. The owner-supplied author list is preserved exactly from the edited v5. Actual print size and advisor approval remain unconfirmed. No sending/publication implied.</a:t>
            </a:r>
          </a:p>
          <a:p>
            <a:endParaRPr/>
          </a:p>
          <a:p>
            <a:r>
              <a:t>V6 FIGURE REFINEMENT: Based on the owner-edited v5 SHA256 00b3464e7994ca69c929b6382b4a7965ac9d2025ec8e4f839e1c4487086dda4f. Original source media bytes retained; native PowerPoint crops provide context and detail without modifying scans or masks. IEDXray source1900x1086: contexts(a)[326,0,881,292],(f)[1387,294,1900,571]; detail regions[550,115,815,270] and[1635,335,1812,461]. Thin gray frames delimit display crops, not model detections; matching connectors link each crop to the same scan. FALCON native JPEG410x367: full context; details1[35,29,130,81],2[266,29,365,87],3[203,179,331,248]. Numbered native labels identify the same published regions without assigning unverified component classes. All full in-panel source boxes remain visible. No AI enhancement, generated scan detail, new inference or metrics. AP table and mIoU values are unchanged. New crop frames/labels/connectors are editable; original source annotations remain embedded raster. Figure detail is bounded by the source publication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C43D9-1166-404E-B744-DB67A2DA9F82}"/>
              </a:ext>
            </a:extLst>
          </p:cNvPr>
          <p:cNvSpPr>
            <a:spLocks noGrp="1"/>
          </p:cNvSpPr>
          <p:nvPr>
            <p:ph type="ctrTitle"/>
          </p:nvPr>
        </p:nvSpPr>
        <p:spPr>
          <a:xfrm>
            <a:off x="303729" y="884381"/>
            <a:ext cx="3442256" cy="1881340"/>
          </a:xfrm>
          <a:prstGeom prst="rect">
            <a:avLst/>
          </a:prstGeom>
        </p:spPr>
        <p:txBody>
          <a:bodyPr anchor="b"/>
          <a:lstStyle>
            <a:lvl1pPr algn="ctr">
              <a:buNone/>
              <a:defRPr sz="2657"/>
            </a:lvl1pPr>
          </a:lstStyle>
          <a:p>
            <a:r>
              <a:t>Click to edit Master title style</a:t>
            </a:r>
          </a:p>
        </p:txBody>
      </p:sp>
      <p:sp>
        <p:nvSpPr>
          <p:cNvPr id="3" name="Subtitle 2">
            <a:extLst>
              <a:ext uri="{FF2B5EF4-FFF2-40B4-BE49-F238E27FC236}">
                <a16:creationId xmlns:a16="http://schemas.microsoft.com/office/drawing/2014/main" id="{B5B1A492-8B2F-4855-BB0E-7115A61713D9}"/>
              </a:ext>
            </a:extLst>
          </p:cNvPr>
          <p:cNvSpPr>
            <a:spLocks noGrp="1"/>
          </p:cNvSpPr>
          <p:nvPr>
            <p:ph type="subTitle" idx="1"/>
          </p:nvPr>
        </p:nvSpPr>
        <p:spPr>
          <a:xfrm>
            <a:off x="506214" y="2838273"/>
            <a:ext cx="3037285" cy="1304679"/>
          </a:xfrm>
          <a:prstGeom prst="rect">
            <a:avLst/>
          </a:prstGeom>
        </p:spPr>
        <p:txBody>
          <a:bodyPr/>
          <a:lstStyle>
            <a:lvl1pPr marL="0" indent="0" algn="ctr">
              <a:buNone/>
              <a:defRPr sz="1063"/>
            </a:lvl1pPr>
            <a:lvl2pPr marL="202494" indent="0" algn="ctr">
              <a:buNone/>
              <a:defRPr sz="886"/>
            </a:lvl2pPr>
            <a:lvl3pPr marL="404988" indent="0" algn="ctr">
              <a:buNone/>
              <a:defRPr sz="797"/>
            </a:lvl3pPr>
            <a:lvl4pPr marL="607482" indent="0" algn="ctr">
              <a:buNone/>
              <a:defRPr sz="709"/>
            </a:lvl4pPr>
            <a:lvl5pPr marL="809976" indent="0" algn="ctr">
              <a:buNone/>
              <a:defRPr sz="709"/>
            </a:lvl5pPr>
            <a:lvl6pPr marL="1012469" indent="0" algn="ctr">
              <a:buNone/>
              <a:defRPr sz="709"/>
            </a:lvl6pPr>
            <a:lvl7pPr marL="1214963" indent="0" algn="ctr">
              <a:buNone/>
              <a:defRPr sz="709"/>
            </a:lvl7pPr>
            <a:lvl8pPr marL="1417457" indent="0" algn="ctr">
              <a:buNone/>
              <a:defRPr sz="709"/>
            </a:lvl8pPr>
            <a:lvl9pPr marL="1619951" indent="0" algn="ctr">
              <a:buNone/>
              <a:defRPr sz="709"/>
            </a:lvl9pPr>
          </a:lstStyle>
          <a:p>
            <a:r>
              <a:t>Click to edit Master subtitle style</a:t>
            </a:r>
          </a:p>
        </p:txBody>
      </p:sp>
      <p:sp>
        <p:nvSpPr>
          <p:cNvPr id="4" name="Date Placeholder 3">
            <a:extLst>
              <a:ext uri="{FF2B5EF4-FFF2-40B4-BE49-F238E27FC236}">
                <a16:creationId xmlns:a16="http://schemas.microsoft.com/office/drawing/2014/main" id="{3D0E0010-65F2-408B-ADA7-F10439C81932}"/>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5" name="Footer Placeholder 4">
            <a:extLst>
              <a:ext uri="{FF2B5EF4-FFF2-40B4-BE49-F238E27FC236}">
                <a16:creationId xmlns:a16="http://schemas.microsoft.com/office/drawing/2014/main" id="{235D129E-6187-438C-BF00-A0EB04F00225}"/>
              </a:ext>
            </a:extLst>
          </p:cNvPr>
          <p:cNvSpPr>
            <a:spLocks noGrp="1"/>
          </p:cNvSpPr>
          <p:nvPr>
            <p:ph type="ftr" idx="11"/>
          </p:nvPr>
        </p:nvSpPr>
        <p:spPr>
          <a:xfrm>
            <a:off x="1341468" y="5008570"/>
            <a:ext cx="1366778" cy="287705"/>
          </a:xfrm>
          <a:prstGeom prst="rect">
            <a:avLst/>
          </a:prstGeom>
        </p:spPr>
        <p:txBody>
          <a:bodyPr/>
          <a:lstStyle/>
          <a:p>
            <a:endParaRPr/>
          </a:p>
        </p:txBody>
      </p:sp>
      <p:sp>
        <p:nvSpPr>
          <p:cNvPr id="6" name="Slide Number Placeholder 5">
            <a:extLst>
              <a:ext uri="{FF2B5EF4-FFF2-40B4-BE49-F238E27FC236}">
                <a16:creationId xmlns:a16="http://schemas.microsoft.com/office/drawing/2014/main" id="{30AE811C-747B-4956-A661-B36C452C9D42}"/>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2B3-0B29-4A4C-AE6D-1A7F0D0C3D71}"/>
              </a:ext>
            </a:extLst>
          </p:cNvPr>
          <p:cNvSpPr>
            <a:spLocks noGrp="1"/>
          </p:cNvSpPr>
          <p:nvPr>
            <p:ph type="title"/>
          </p:nvPr>
        </p:nvSpPr>
        <p:spPr>
          <a:xfrm>
            <a:off x="278418" y="287706"/>
            <a:ext cx="3492877" cy="1044495"/>
          </a:xfrm>
          <a:prstGeom prst="rect">
            <a:avLst/>
          </a:prstGeom>
        </p:spPr>
        <p:txBody>
          <a:bodyPr/>
          <a:lstStyle/>
          <a:p>
            <a:r>
              <a:t>Click to edit Master title style</a:t>
            </a:r>
          </a:p>
        </p:txBody>
      </p:sp>
      <p:sp>
        <p:nvSpPr>
          <p:cNvPr id="3" name="Content Placeholder 2">
            <a:extLst>
              <a:ext uri="{FF2B5EF4-FFF2-40B4-BE49-F238E27FC236}">
                <a16:creationId xmlns:a16="http://schemas.microsoft.com/office/drawing/2014/main" id="{3CA8DB68-D9D3-40BD-BA34-49D3081A5F37}"/>
              </a:ext>
            </a:extLst>
          </p:cNvPr>
          <p:cNvSpPr>
            <a:spLocks noGrp="1"/>
          </p:cNvSpPr>
          <p:nvPr>
            <p:ph idx="1"/>
          </p:nvPr>
        </p:nvSpPr>
        <p:spPr>
          <a:xfrm>
            <a:off x="278418" y="1438525"/>
            <a:ext cx="3492877" cy="3428693"/>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67DEC35A-DCFF-4C1B-8D96-13F0510490F4}"/>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5" name="Footer Placeholder 4">
            <a:extLst>
              <a:ext uri="{FF2B5EF4-FFF2-40B4-BE49-F238E27FC236}">
                <a16:creationId xmlns:a16="http://schemas.microsoft.com/office/drawing/2014/main" id="{4160BBBD-FD9F-4865-B9E0-99C02DBF8A85}"/>
              </a:ext>
            </a:extLst>
          </p:cNvPr>
          <p:cNvSpPr>
            <a:spLocks noGrp="1"/>
          </p:cNvSpPr>
          <p:nvPr>
            <p:ph type="ftr" idx="11"/>
          </p:nvPr>
        </p:nvSpPr>
        <p:spPr>
          <a:xfrm>
            <a:off x="1341468" y="5008570"/>
            <a:ext cx="1366778" cy="287705"/>
          </a:xfrm>
          <a:prstGeom prst="rect">
            <a:avLst/>
          </a:prstGeom>
        </p:spPr>
        <p:txBody>
          <a:bodyPr/>
          <a:lstStyle/>
          <a:p>
            <a:endParaRPr/>
          </a:p>
        </p:txBody>
      </p:sp>
      <p:sp>
        <p:nvSpPr>
          <p:cNvPr id="6" name="Slide Number Placeholder 5">
            <a:extLst>
              <a:ext uri="{FF2B5EF4-FFF2-40B4-BE49-F238E27FC236}">
                <a16:creationId xmlns:a16="http://schemas.microsoft.com/office/drawing/2014/main" id="{2ACCA4C1-2279-4422-AFE8-6196C16BB9C1}"/>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78B2-ECF6-4EB0-AA85-9C75D4729570}"/>
              </a:ext>
            </a:extLst>
          </p:cNvPr>
          <p:cNvSpPr>
            <a:spLocks noGrp="1"/>
          </p:cNvSpPr>
          <p:nvPr>
            <p:ph type="title"/>
          </p:nvPr>
        </p:nvSpPr>
        <p:spPr>
          <a:xfrm>
            <a:off x="276309" y="1347211"/>
            <a:ext cx="3492877" cy="2247851"/>
          </a:xfrm>
          <a:prstGeom prst="rect">
            <a:avLst/>
          </a:prstGeom>
        </p:spPr>
        <p:txBody>
          <a:bodyPr anchor="b"/>
          <a:lstStyle>
            <a:lvl1pPr>
              <a:buNone/>
              <a:defRPr sz="2657"/>
            </a:lvl1pPr>
          </a:lstStyle>
          <a:p>
            <a:r>
              <a:t>Click to edit Master title style</a:t>
            </a:r>
          </a:p>
        </p:txBody>
      </p:sp>
      <p:sp>
        <p:nvSpPr>
          <p:cNvPr id="3" name="Text Placeholder 2">
            <a:extLst>
              <a:ext uri="{FF2B5EF4-FFF2-40B4-BE49-F238E27FC236}">
                <a16:creationId xmlns:a16="http://schemas.microsoft.com/office/drawing/2014/main" id="{9042F37F-E7E6-4B61-9350-879E426E69E7}"/>
              </a:ext>
            </a:extLst>
          </p:cNvPr>
          <p:cNvSpPr>
            <a:spLocks noGrp="1"/>
          </p:cNvSpPr>
          <p:nvPr>
            <p:ph type="body" idx="1"/>
          </p:nvPr>
        </p:nvSpPr>
        <p:spPr>
          <a:xfrm>
            <a:off x="276309" y="3616328"/>
            <a:ext cx="3492877" cy="1182092"/>
          </a:xfrm>
          <a:prstGeom prst="rect">
            <a:avLst/>
          </a:prstGeom>
        </p:spPr>
        <p:txBody>
          <a:bodyPr/>
          <a:lstStyle>
            <a:lvl1pPr marL="0" indent="0">
              <a:buNone/>
              <a:defRPr sz="1063">
                <a:solidFill>
                  <a:schemeClr val="tx1">
                    <a:tint val="82000"/>
                  </a:schemeClr>
                </a:solidFill>
              </a:defRPr>
            </a:lvl1pPr>
            <a:lvl2pPr marL="202494" indent="0">
              <a:buNone/>
              <a:defRPr sz="886">
                <a:solidFill>
                  <a:schemeClr val="tx1">
                    <a:tint val="82000"/>
                  </a:schemeClr>
                </a:solidFill>
              </a:defRPr>
            </a:lvl2pPr>
            <a:lvl3pPr marL="404988" indent="0">
              <a:buNone/>
              <a:defRPr sz="797">
                <a:solidFill>
                  <a:schemeClr val="tx1">
                    <a:tint val="82000"/>
                  </a:schemeClr>
                </a:solidFill>
              </a:defRPr>
            </a:lvl3pPr>
            <a:lvl4pPr marL="607482" indent="0">
              <a:buNone/>
              <a:defRPr sz="709">
                <a:solidFill>
                  <a:schemeClr val="tx1">
                    <a:tint val="82000"/>
                  </a:schemeClr>
                </a:solidFill>
              </a:defRPr>
            </a:lvl4pPr>
            <a:lvl5pPr marL="809976" indent="0">
              <a:buNone/>
              <a:defRPr sz="709">
                <a:solidFill>
                  <a:schemeClr val="tx1">
                    <a:tint val="82000"/>
                  </a:schemeClr>
                </a:solidFill>
              </a:defRPr>
            </a:lvl5pPr>
            <a:lvl6pPr marL="1012469" indent="0">
              <a:buNone/>
              <a:defRPr sz="709">
                <a:solidFill>
                  <a:schemeClr val="tx1">
                    <a:tint val="82000"/>
                  </a:schemeClr>
                </a:solidFill>
              </a:defRPr>
            </a:lvl6pPr>
            <a:lvl7pPr marL="1214963" indent="0">
              <a:buNone/>
              <a:defRPr sz="709">
                <a:solidFill>
                  <a:schemeClr val="tx1">
                    <a:tint val="82000"/>
                  </a:schemeClr>
                </a:solidFill>
              </a:defRPr>
            </a:lvl7pPr>
            <a:lvl8pPr marL="1417457" indent="0">
              <a:buNone/>
              <a:defRPr sz="709">
                <a:solidFill>
                  <a:schemeClr val="tx1">
                    <a:tint val="82000"/>
                  </a:schemeClr>
                </a:solidFill>
              </a:defRPr>
            </a:lvl8pPr>
            <a:lvl9pPr marL="1619951" indent="0">
              <a:buNone/>
              <a:defRPr sz="709">
                <a:solidFill>
                  <a:schemeClr val="tx1">
                    <a:tint val="82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4E5E77F9-3917-4230-B989-7FB747B306CD}"/>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5" name="Footer Placeholder 4">
            <a:extLst>
              <a:ext uri="{FF2B5EF4-FFF2-40B4-BE49-F238E27FC236}">
                <a16:creationId xmlns:a16="http://schemas.microsoft.com/office/drawing/2014/main" id="{D9C63CF4-2967-47C0-B30B-E8A298B1E6E4}"/>
              </a:ext>
            </a:extLst>
          </p:cNvPr>
          <p:cNvSpPr>
            <a:spLocks noGrp="1"/>
          </p:cNvSpPr>
          <p:nvPr>
            <p:ph type="ftr" idx="11"/>
          </p:nvPr>
        </p:nvSpPr>
        <p:spPr>
          <a:xfrm>
            <a:off x="1341468" y="5008570"/>
            <a:ext cx="1366778" cy="287705"/>
          </a:xfrm>
          <a:prstGeom prst="rect">
            <a:avLst/>
          </a:prstGeom>
        </p:spPr>
        <p:txBody>
          <a:bodyPr/>
          <a:lstStyle/>
          <a:p>
            <a:endParaRPr/>
          </a:p>
        </p:txBody>
      </p:sp>
      <p:sp>
        <p:nvSpPr>
          <p:cNvPr id="6" name="Slide Number Placeholder 5">
            <a:extLst>
              <a:ext uri="{FF2B5EF4-FFF2-40B4-BE49-F238E27FC236}">
                <a16:creationId xmlns:a16="http://schemas.microsoft.com/office/drawing/2014/main" id="{73358BCD-8946-48B3-8D35-2EEBE36EAB71}"/>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0DBD9-3803-4DFA-9046-B1A6E0B9F296}"/>
              </a:ext>
            </a:extLst>
          </p:cNvPr>
          <p:cNvSpPr>
            <a:spLocks noGrp="1"/>
          </p:cNvSpPr>
          <p:nvPr>
            <p:ph type="title"/>
          </p:nvPr>
        </p:nvSpPr>
        <p:spPr>
          <a:xfrm>
            <a:off x="278418" y="287706"/>
            <a:ext cx="3492877" cy="1044495"/>
          </a:xfrm>
          <a:prstGeom prst="rect">
            <a:avLst/>
          </a:prstGeom>
        </p:spPr>
        <p:txBody>
          <a:bodyPr/>
          <a:lstStyle/>
          <a:p>
            <a:r>
              <a:t>Click to edit Master title style</a:t>
            </a:r>
          </a:p>
        </p:txBody>
      </p:sp>
      <p:sp>
        <p:nvSpPr>
          <p:cNvPr id="3" name="Content Placeholder 2">
            <a:extLst>
              <a:ext uri="{FF2B5EF4-FFF2-40B4-BE49-F238E27FC236}">
                <a16:creationId xmlns:a16="http://schemas.microsoft.com/office/drawing/2014/main" id="{2D5CBFDE-AD16-4320-A996-7F238B28A78C}"/>
              </a:ext>
            </a:extLst>
          </p:cNvPr>
          <p:cNvSpPr>
            <a:spLocks noGrp="1"/>
          </p:cNvSpPr>
          <p:nvPr>
            <p:ph idx="1"/>
          </p:nvPr>
        </p:nvSpPr>
        <p:spPr>
          <a:xfrm>
            <a:off x="278418" y="1438525"/>
            <a:ext cx="1721128" cy="3428693"/>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52766556-E63C-40D3-BF1D-59D5F9B7663A}"/>
              </a:ext>
            </a:extLst>
          </p:cNvPr>
          <p:cNvSpPr>
            <a:spLocks noGrp="1"/>
          </p:cNvSpPr>
          <p:nvPr>
            <p:ph idx="2"/>
          </p:nvPr>
        </p:nvSpPr>
        <p:spPr>
          <a:xfrm>
            <a:off x="2050167" y="1438525"/>
            <a:ext cx="1721128" cy="3428693"/>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19EB0566-0B4B-4704-8226-CF8A5F30F7DB}"/>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6" name="Footer Placeholder 5">
            <a:extLst>
              <a:ext uri="{FF2B5EF4-FFF2-40B4-BE49-F238E27FC236}">
                <a16:creationId xmlns:a16="http://schemas.microsoft.com/office/drawing/2014/main" id="{7266B711-FC5E-4053-B66A-4A4285B1C7B9}"/>
              </a:ext>
            </a:extLst>
          </p:cNvPr>
          <p:cNvSpPr>
            <a:spLocks noGrp="1"/>
          </p:cNvSpPr>
          <p:nvPr>
            <p:ph type="ftr" idx="11"/>
          </p:nvPr>
        </p:nvSpPr>
        <p:spPr>
          <a:xfrm>
            <a:off x="1341468" y="5008570"/>
            <a:ext cx="1366778" cy="287705"/>
          </a:xfrm>
          <a:prstGeom prst="rect">
            <a:avLst/>
          </a:prstGeom>
        </p:spPr>
        <p:txBody>
          <a:bodyPr/>
          <a:lstStyle/>
          <a:p>
            <a:endParaRPr/>
          </a:p>
        </p:txBody>
      </p:sp>
      <p:sp>
        <p:nvSpPr>
          <p:cNvPr id="7" name="Slide Number Placeholder 6">
            <a:extLst>
              <a:ext uri="{FF2B5EF4-FFF2-40B4-BE49-F238E27FC236}">
                <a16:creationId xmlns:a16="http://schemas.microsoft.com/office/drawing/2014/main" id="{04837F62-09E4-43A3-A6C7-4576F5754A68}"/>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91BA-3F34-4309-882E-36847C346415}"/>
              </a:ext>
            </a:extLst>
          </p:cNvPr>
          <p:cNvSpPr>
            <a:spLocks noGrp="1"/>
          </p:cNvSpPr>
          <p:nvPr>
            <p:ph type="title"/>
          </p:nvPr>
        </p:nvSpPr>
        <p:spPr>
          <a:xfrm>
            <a:off x="278945" y="287706"/>
            <a:ext cx="3492877" cy="1044495"/>
          </a:xfrm>
          <a:prstGeom prst="rect">
            <a:avLst/>
          </a:prstGeom>
        </p:spPr>
        <p:txBody>
          <a:bodyPr/>
          <a:lstStyle/>
          <a:p>
            <a:r>
              <a:t>Click to edit Master title style</a:t>
            </a:r>
          </a:p>
        </p:txBody>
      </p:sp>
      <p:sp>
        <p:nvSpPr>
          <p:cNvPr id="3" name="Text Placeholder 2">
            <a:extLst>
              <a:ext uri="{FF2B5EF4-FFF2-40B4-BE49-F238E27FC236}">
                <a16:creationId xmlns:a16="http://schemas.microsoft.com/office/drawing/2014/main" id="{1B702ED4-77B1-46DF-94DB-ED1C000557FB}"/>
              </a:ext>
            </a:extLst>
          </p:cNvPr>
          <p:cNvSpPr>
            <a:spLocks noGrp="1"/>
          </p:cNvSpPr>
          <p:nvPr>
            <p:ph type="body" idx="1"/>
          </p:nvPr>
        </p:nvSpPr>
        <p:spPr>
          <a:xfrm>
            <a:off x="278946" y="1324694"/>
            <a:ext cx="1713218" cy="649212"/>
          </a:xfrm>
          <a:prstGeom prst="rect">
            <a:avLst/>
          </a:prstGeom>
        </p:spPr>
        <p:txBody>
          <a:bodyPr anchor="b"/>
          <a:lstStyle>
            <a:lvl1pPr marL="0" indent="0">
              <a:buNone/>
              <a:defRPr sz="1063" b="1"/>
            </a:lvl1pPr>
            <a:lvl2pPr marL="202494" indent="0">
              <a:buNone/>
              <a:defRPr sz="886" b="1"/>
            </a:lvl2pPr>
            <a:lvl3pPr marL="404988" indent="0">
              <a:buNone/>
              <a:defRPr sz="797" b="1"/>
            </a:lvl3pPr>
            <a:lvl4pPr marL="607482" indent="0">
              <a:buNone/>
              <a:defRPr sz="709" b="1"/>
            </a:lvl4pPr>
            <a:lvl5pPr marL="809976" indent="0">
              <a:buNone/>
              <a:defRPr sz="709" b="1"/>
            </a:lvl5pPr>
            <a:lvl6pPr marL="1012469" indent="0">
              <a:buNone/>
              <a:defRPr sz="709" b="1"/>
            </a:lvl6pPr>
            <a:lvl7pPr marL="1214963" indent="0">
              <a:buNone/>
              <a:defRPr sz="709" b="1"/>
            </a:lvl7pPr>
            <a:lvl8pPr marL="1417457" indent="0">
              <a:buNone/>
              <a:defRPr sz="709" b="1"/>
            </a:lvl8pPr>
            <a:lvl9pPr marL="1619951" indent="0">
              <a:buNone/>
              <a:defRPr sz="709" b="1"/>
            </a:lvl9pPr>
          </a:lstStyle>
          <a:p>
            <a:pPr>
              <a:buNone/>
            </a:pPr>
            <a:r>
              <a:t>Click to edit Master text styles</a:t>
            </a:r>
          </a:p>
        </p:txBody>
      </p:sp>
      <p:sp>
        <p:nvSpPr>
          <p:cNvPr id="4" name="Content Placeholder 3">
            <a:extLst>
              <a:ext uri="{FF2B5EF4-FFF2-40B4-BE49-F238E27FC236}">
                <a16:creationId xmlns:a16="http://schemas.microsoft.com/office/drawing/2014/main" id="{37AB201A-47D6-48D5-9E2D-1570E8E8B66F}"/>
              </a:ext>
            </a:extLst>
          </p:cNvPr>
          <p:cNvSpPr>
            <a:spLocks noGrp="1"/>
          </p:cNvSpPr>
          <p:nvPr>
            <p:ph idx="2"/>
          </p:nvPr>
        </p:nvSpPr>
        <p:spPr>
          <a:xfrm>
            <a:off x="278946" y="1973906"/>
            <a:ext cx="1713218" cy="2903319"/>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AFFA5661-63F7-4054-92B2-61CBEE063154}"/>
              </a:ext>
            </a:extLst>
          </p:cNvPr>
          <p:cNvSpPr>
            <a:spLocks noGrp="1"/>
          </p:cNvSpPr>
          <p:nvPr>
            <p:ph type="body" idx="3"/>
          </p:nvPr>
        </p:nvSpPr>
        <p:spPr>
          <a:xfrm>
            <a:off x="2050168" y="1324694"/>
            <a:ext cx="1721655" cy="649212"/>
          </a:xfrm>
          <a:prstGeom prst="rect">
            <a:avLst/>
          </a:prstGeom>
        </p:spPr>
        <p:txBody>
          <a:bodyPr anchor="b"/>
          <a:lstStyle>
            <a:lvl1pPr marL="0" indent="0">
              <a:buNone/>
              <a:defRPr sz="1063" b="1"/>
            </a:lvl1pPr>
            <a:lvl2pPr marL="202494" indent="0">
              <a:buNone/>
              <a:defRPr sz="886" b="1"/>
            </a:lvl2pPr>
            <a:lvl3pPr marL="404988" indent="0">
              <a:buNone/>
              <a:defRPr sz="797" b="1"/>
            </a:lvl3pPr>
            <a:lvl4pPr marL="607482" indent="0">
              <a:buNone/>
              <a:defRPr sz="709" b="1"/>
            </a:lvl4pPr>
            <a:lvl5pPr marL="809976" indent="0">
              <a:buNone/>
              <a:defRPr sz="709" b="1"/>
            </a:lvl5pPr>
            <a:lvl6pPr marL="1012469" indent="0">
              <a:buNone/>
              <a:defRPr sz="709" b="1"/>
            </a:lvl6pPr>
            <a:lvl7pPr marL="1214963" indent="0">
              <a:buNone/>
              <a:defRPr sz="709" b="1"/>
            </a:lvl7pPr>
            <a:lvl8pPr marL="1417457" indent="0">
              <a:buNone/>
              <a:defRPr sz="709" b="1"/>
            </a:lvl8pPr>
            <a:lvl9pPr marL="1619951" indent="0">
              <a:buNone/>
              <a:defRPr sz="709" b="1"/>
            </a:lvl9pPr>
          </a:lstStyle>
          <a:p>
            <a:pPr>
              <a:buNone/>
            </a:pPr>
            <a:r>
              <a:t>Click to edit Master text styles</a:t>
            </a:r>
          </a:p>
        </p:txBody>
      </p:sp>
      <p:sp>
        <p:nvSpPr>
          <p:cNvPr id="6" name="Content Placeholder 5">
            <a:extLst>
              <a:ext uri="{FF2B5EF4-FFF2-40B4-BE49-F238E27FC236}">
                <a16:creationId xmlns:a16="http://schemas.microsoft.com/office/drawing/2014/main" id="{3FD00084-1C92-430B-BAB3-B1934B0776EF}"/>
              </a:ext>
            </a:extLst>
          </p:cNvPr>
          <p:cNvSpPr>
            <a:spLocks noGrp="1"/>
          </p:cNvSpPr>
          <p:nvPr>
            <p:ph idx="4"/>
          </p:nvPr>
        </p:nvSpPr>
        <p:spPr>
          <a:xfrm>
            <a:off x="2050168" y="1973906"/>
            <a:ext cx="1721655" cy="2903319"/>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038D97C4-30C1-4047-A34C-450A9A2C62B6}"/>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8" name="Footer Placeholder 7">
            <a:extLst>
              <a:ext uri="{FF2B5EF4-FFF2-40B4-BE49-F238E27FC236}">
                <a16:creationId xmlns:a16="http://schemas.microsoft.com/office/drawing/2014/main" id="{CA1A3FE7-DCE4-45E0-931B-81EF0DD51069}"/>
              </a:ext>
            </a:extLst>
          </p:cNvPr>
          <p:cNvSpPr>
            <a:spLocks noGrp="1"/>
          </p:cNvSpPr>
          <p:nvPr>
            <p:ph type="ftr" idx="11"/>
          </p:nvPr>
        </p:nvSpPr>
        <p:spPr>
          <a:xfrm>
            <a:off x="1341468" y="5008570"/>
            <a:ext cx="1366778" cy="287705"/>
          </a:xfrm>
          <a:prstGeom prst="rect">
            <a:avLst/>
          </a:prstGeom>
        </p:spPr>
        <p:txBody>
          <a:bodyPr/>
          <a:lstStyle/>
          <a:p>
            <a:endParaRPr/>
          </a:p>
        </p:txBody>
      </p:sp>
      <p:sp>
        <p:nvSpPr>
          <p:cNvPr id="9" name="Slide Number Placeholder 8">
            <a:extLst>
              <a:ext uri="{FF2B5EF4-FFF2-40B4-BE49-F238E27FC236}">
                <a16:creationId xmlns:a16="http://schemas.microsoft.com/office/drawing/2014/main" id="{0F897A98-50B7-4046-8960-1EF5714F4669}"/>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2833-F134-40A4-A39D-10D492DD659D}"/>
              </a:ext>
            </a:extLst>
          </p:cNvPr>
          <p:cNvSpPr>
            <a:spLocks noGrp="1"/>
          </p:cNvSpPr>
          <p:nvPr>
            <p:ph type="title"/>
          </p:nvPr>
        </p:nvSpPr>
        <p:spPr>
          <a:xfrm>
            <a:off x="278418" y="287706"/>
            <a:ext cx="3492877" cy="1044495"/>
          </a:xfrm>
          <a:prstGeom prst="rect">
            <a:avLst/>
          </a:prstGeom>
        </p:spPr>
        <p:txBody>
          <a:bodyPr/>
          <a:lstStyle/>
          <a:p>
            <a:r>
              <a:t>Click to edit Master title style</a:t>
            </a:r>
          </a:p>
        </p:txBody>
      </p:sp>
      <p:sp>
        <p:nvSpPr>
          <p:cNvPr id="3" name="Date Placeholder 2">
            <a:extLst>
              <a:ext uri="{FF2B5EF4-FFF2-40B4-BE49-F238E27FC236}">
                <a16:creationId xmlns:a16="http://schemas.microsoft.com/office/drawing/2014/main" id="{AA0B2353-8CD2-42F3-A10D-21B606527948}"/>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4" name="Footer Placeholder 3">
            <a:extLst>
              <a:ext uri="{FF2B5EF4-FFF2-40B4-BE49-F238E27FC236}">
                <a16:creationId xmlns:a16="http://schemas.microsoft.com/office/drawing/2014/main" id="{DFFB9131-7421-4A18-9B49-716E717BB0D9}"/>
              </a:ext>
            </a:extLst>
          </p:cNvPr>
          <p:cNvSpPr>
            <a:spLocks noGrp="1"/>
          </p:cNvSpPr>
          <p:nvPr>
            <p:ph type="ftr" idx="11"/>
          </p:nvPr>
        </p:nvSpPr>
        <p:spPr>
          <a:xfrm>
            <a:off x="1341468" y="5008570"/>
            <a:ext cx="1366778" cy="287705"/>
          </a:xfrm>
          <a:prstGeom prst="rect">
            <a:avLst/>
          </a:prstGeom>
        </p:spPr>
        <p:txBody>
          <a:bodyPr/>
          <a:lstStyle/>
          <a:p>
            <a:endParaRPr/>
          </a:p>
        </p:txBody>
      </p:sp>
      <p:sp>
        <p:nvSpPr>
          <p:cNvPr id="5" name="Slide Number Placeholder 4">
            <a:extLst>
              <a:ext uri="{FF2B5EF4-FFF2-40B4-BE49-F238E27FC236}">
                <a16:creationId xmlns:a16="http://schemas.microsoft.com/office/drawing/2014/main" id="{7791C6F0-D769-4A13-83B0-4942A7D92CF8}"/>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591764-6ECF-4DB8-B749-0AEFD421755D}"/>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3" name="Footer Placeholder 2">
            <a:extLst>
              <a:ext uri="{FF2B5EF4-FFF2-40B4-BE49-F238E27FC236}">
                <a16:creationId xmlns:a16="http://schemas.microsoft.com/office/drawing/2014/main" id="{DB19AD4D-9D79-4B3D-BABD-B3EB25ECC210}"/>
              </a:ext>
            </a:extLst>
          </p:cNvPr>
          <p:cNvSpPr>
            <a:spLocks noGrp="1"/>
          </p:cNvSpPr>
          <p:nvPr>
            <p:ph type="ftr" idx="11"/>
          </p:nvPr>
        </p:nvSpPr>
        <p:spPr>
          <a:xfrm>
            <a:off x="1341468" y="5008570"/>
            <a:ext cx="1366778" cy="287705"/>
          </a:xfrm>
          <a:prstGeom prst="rect">
            <a:avLst/>
          </a:prstGeom>
        </p:spPr>
        <p:txBody>
          <a:bodyPr/>
          <a:lstStyle/>
          <a:p>
            <a:endParaRPr/>
          </a:p>
        </p:txBody>
      </p:sp>
      <p:sp>
        <p:nvSpPr>
          <p:cNvPr id="4" name="Slide Number Placeholder 3">
            <a:extLst>
              <a:ext uri="{FF2B5EF4-FFF2-40B4-BE49-F238E27FC236}">
                <a16:creationId xmlns:a16="http://schemas.microsoft.com/office/drawing/2014/main" id="{FC0526F3-5157-45F8-BB1A-B1632D121BA9}"/>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39FD-062C-42F5-BD9B-FB1F942262B0}"/>
              </a:ext>
            </a:extLst>
          </p:cNvPr>
          <p:cNvSpPr>
            <a:spLocks noGrp="1"/>
          </p:cNvSpPr>
          <p:nvPr>
            <p:ph type="title"/>
          </p:nvPr>
        </p:nvSpPr>
        <p:spPr>
          <a:xfrm>
            <a:off x="278945" y="360257"/>
            <a:ext cx="1306138" cy="1260898"/>
          </a:xfrm>
          <a:prstGeom prst="rect">
            <a:avLst/>
          </a:prstGeom>
        </p:spPr>
        <p:txBody>
          <a:bodyPr anchor="b"/>
          <a:lstStyle>
            <a:lvl1pPr>
              <a:buNone/>
              <a:defRPr sz="1417"/>
            </a:lvl1pPr>
          </a:lstStyle>
          <a:p>
            <a:r>
              <a:t>Click to edit Master title style</a:t>
            </a:r>
          </a:p>
        </p:txBody>
      </p:sp>
      <p:sp>
        <p:nvSpPr>
          <p:cNvPr id="3" name="Content Placeholder 2">
            <a:extLst>
              <a:ext uri="{FF2B5EF4-FFF2-40B4-BE49-F238E27FC236}">
                <a16:creationId xmlns:a16="http://schemas.microsoft.com/office/drawing/2014/main" id="{31DAB8C5-93B1-4AFA-851B-0DCDB77BCA31}"/>
              </a:ext>
            </a:extLst>
          </p:cNvPr>
          <p:cNvSpPr>
            <a:spLocks noGrp="1"/>
          </p:cNvSpPr>
          <p:nvPr>
            <p:ph idx="1"/>
          </p:nvPr>
        </p:nvSpPr>
        <p:spPr>
          <a:xfrm>
            <a:off x="1721656" y="778056"/>
            <a:ext cx="2050167" cy="3840236"/>
          </a:xfrm>
          <a:prstGeom prst="rect">
            <a:avLst/>
          </a:prstGeom>
        </p:spPr>
        <p:txBody>
          <a:bodyPr/>
          <a:lstStyle>
            <a:lvl1pPr>
              <a:buNone/>
              <a:defRPr sz="1417"/>
            </a:lvl1pPr>
            <a:lvl2pPr>
              <a:buNone/>
              <a:defRPr sz="1240"/>
            </a:lvl2pPr>
            <a:lvl3pPr>
              <a:buNone/>
              <a:defRPr sz="1063"/>
            </a:lvl3pPr>
            <a:lvl4pPr>
              <a:buNone/>
              <a:defRPr sz="886"/>
            </a:lvl4pPr>
            <a:lvl5pPr>
              <a:buNone/>
              <a:defRPr sz="886"/>
            </a:lvl5pPr>
            <a:lvl6pPr>
              <a:buNone/>
              <a:defRPr sz="886"/>
            </a:lvl6pPr>
            <a:lvl7pPr>
              <a:buNone/>
              <a:defRPr sz="886"/>
            </a:lvl7pPr>
            <a:lvl8pPr>
              <a:buNone/>
              <a:defRPr sz="886"/>
            </a:lvl8pPr>
            <a:lvl9pPr>
              <a:buNone/>
              <a:defRPr sz="886"/>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CB0513B7-97FD-44ED-A2F3-69DDE065B448}"/>
              </a:ext>
            </a:extLst>
          </p:cNvPr>
          <p:cNvSpPr>
            <a:spLocks noGrp="1"/>
          </p:cNvSpPr>
          <p:nvPr>
            <p:ph type="body" idx="2"/>
          </p:nvPr>
        </p:nvSpPr>
        <p:spPr>
          <a:xfrm>
            <a:off x="278945" y="1621155"/>
            <a:ext cx="1306138" cy="3003390"/>
          </a:xfrm>
          <a:prstGeom prst="rect">
            <a:avLst/>
          </a:prstGeom>
        </p:spPr>
        <p:txBody>
          <a:bodyPr/>
          <a:lstStyle>
            <a:lvl1pPr marL="0" indent="0">
              <a:buNone/>
              <a:defRPr sz="709"/>
            </a:lvl1pPr>
            <a:lvl2pPr marL="202494" indent="0">
              <a:buNone/>
              <a:defRPr sz="620"/>
            </a:lvl2pPr>
            <a:lvl3pPr marL="404988" indent="0">
              <a:buNone/>
              <a:defRPr sz="531"/>
            </a:lvl3pPr>
            <a:lvl4pPr marL="607482" indent="0">
              <a:buNone/>
              <a:defRPr sz="443"/>
            </a:lvl4pPr>
            <a:lvl5pPr marL="809976" indent="0">
              <a:buNone/>
              <a:defRPr sz="443"/>
            </a:lvl5pPr>
            <a:lvl6pPr marL="1012469" indent="0">
              <a:buNone/>
              <a:defRPr sz="443"/>
            </a:lvl6pPr>
            <a:lvl7pPr marL="1214963" indent="0">
              <a:buNone/>
              <a:defRPr sz="443"/>
            </a:lvl7pPr>
            <a:lvl8pPr marL="1417457" indent="0">
              <a:buNone/>
              <a:defRPr sz="443"/>
            </a:lvl8pPr>
            <a:lvl9pPr marL="1619951" indent="0">
              <a:buNone/>
              <a:defRPr sz="443"/>
            </a:lvl9pPr>
          </a:lstStyle>
          <a:p>
            <a:pPr>
              <a:buNone/>
            </a:pPr>
            <a:r>
              <a:t>Click to edit Master text styles</a:t>
            </a:r>
          </a:p>
        </p:txBody>
      </p:sp>
      <p:sp>
        <p:nvSpPr>
          <p:cNvPr id="5" name="Date Placeholder 4">
            <a:extLst>
              <a:ext uri="{FF2B5EF4-FFF2-40B4-BE49-F238E27FC236}">
                <a16:creationId xmlns:a16="http://schemas.microsoft.com/office/drawing/2014/main" id="{5F862649-41D0-48F2-9F85-4BB658CE7FAF}"/>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6" name="Footer Placeholder 5">
            <a:extLst>
              <a:ext uri="{FF2B5EF4-FFF2-40B4-BE49-F238E27FC236}">
                <a16:creationId xmlns:a16="http://schemas.microsoft.com/office/drawing/2014/main" id="{5788B9F0-7865-43EB-A2F1-2983FB0867A0}"/>
              </a:ext>
            </a:extLst>
          </p:cNvPr>
          <p:cNvSpPr>
            <a:spLocks noGrp="1"/>
          </p:cNvSpPr>
          <p:nvPr>
            <p:ph type="ftr" idx="11"/>
          </p:nvPr>
        </p:nvSpPr>
        <p:spPr>
          <a:xfrm>
            <a:off x="1341468" y="5008570"/>
            <a:ext cx="1366778" cy="287705"/>
          </a:xfrm>
          <a:prstGeom prst="rect">
            <a:avLst/>
          </a:prstGeom>
        </p:spPr>
        <p:txBody>
          <a:bodyPr/>
          <a:lstStyle/>
          <a:p>
            <a:endParaRPr/>
          </a:p>
        </p:txBody>
      </p:sp>
      <p:sp>
        <p:nvSpPr>
          <p:cNvPr id="7" name="Slide Number Placeholder 6">
            <a:extLst>
              <a:ext uri="{FF2B5EF4-FFF2-40B4-BE49-F238E27FC236}">
                <a16:creationId xmlns:a16="http://schemas.microsoft.com/office/drawing/2014/main" id="{8F74A1AD-4CE0-4BE1-B07C-AA20D314C14F}"/>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AEB3-451A-4CDF-81B4-D6DD22798104}"/>
              </a:ext>
            </a:extLst>
          </p:cNvPr>
          <p:cNvSpPr>
            <a:spLocks noGrp="1"/>
          </p:cNvSpPr>
          <p:nvPr>
            <p:ph type="title"/>
          </p:nvPr>
        </p:nvSpPr>
        <p:spPr>
          <a:xfrm>
            <a:off x="278945" y="360257"/>
            <a:ext cx="1306138" cy="1260898"/>
          </a:xfrm>
          <a:prstGeom prst="rect">
            <a:avLst/>
          </a:prstGeom>
        </p:spPr>
        <p:txBody>
          <a:bodyPr anchor="b"/>
          <a:lstStyle>
            <a:lvl1pPr>
              <a:buNone/>
              <a:defRPr sz="1417"/>
            </a:lvl1pPr>
          </a:lstStyle>
          <a:p>
            <a:r>
              <a:t>Click to edit Master title style</a:t>
            </a:r>
          </a:p>
        </p:txBody>
      </p:sp>
      <p:sp>
        <p:nvSpPr>
          <p:cNvPr id="3" name="Picture Placeholder 2">
            <a:extLst>
              <a:ext uri="{FF2B5EF4-FFF2-40B4-BE49-F238E27FC236}">
                <a16:creationId xmlns:a16="http://schemas.microsoft.com/office/drawing/2014/main" id="{37517688-AE34-4A0B-9ABB-3C898E9D9C16}"/>
              </a:ext>
            </a:extLst>
          </p:cNvPr>
          <p:cNvSpPr>
            <a:spLocks noGrp="1"/>
          </p:cNvSpPr>
          <p:nvPr>
            <p:ph type="pic" idx="1"/>
          </p:nvPr>
        </p:nvSpPr>
        <p:spPr>
          <a:xfrm>
            <a:off x="1721656" y="778056"/>
            <a:ext cx="2050167" cy="3840236"/>
          </a:xfrm>
          <a:prstGeom prst="rect">
            <a:avLst/>
          </a:prstGeom>
        </p:spPr>
        <p:txBody>
          <a:bodyPr anchor="t"/>
          <a:lstStyle>
            <a:lvl1pPr marL="0" indent="0">
              <a:buNone/>
              <a:defRPr sz="1417"/>
            </a:lvl1pPr>
            <a:lvl2pPr marL="202494" indent="0">
              <a:buNone/>
              <a:defRPr sz="1240"/>
            </a:lvl2pPr>
            <a:lvl3pPr marL="404988" indent="0">
              <a:buNone/>
              <a:defRPr sz="1063"/>
            </a:lvl3pPr>
            <a:lvl4pPr marL="607482" indent="0">
              <a:buNone/>
              <a:defRPr sz="886"/>
            </a:lvl4pPr>
            <a:lvl5pPr marL="809976" indent="0">
              <a:buNone/>
              <a:defRPr sz="886"/>
            </a:lvl5pPr>
            <a:lvl6pPr marL="1012469" indent="0">
              <a:buNone/>
              <a:defRPr sz="886"/>
            </a:lvl6pPr>
            <a:lvl7pPr marL="1214963" indent="0">
              <a:buNone/>
              <a:defRPr sz="886"/>
            </a:lvl7pPr>
            <a:lvl8pPr marL="1417457" indent="0">
              <a:buNone/>
              <a:defRPr sz="886"/>
            </a:lvl8pPr>
            <a:lvl9pPr marL="1619951" indent="0">
              <a:buNone/>
              <a:defRPr sz="886"/>
            </a:lvl9pPr>
          </a:lstStyle>
          <a:p>
            <a:r>
              <a:t>Click icon to add picture</a:t>
            </a:r>
          </a:p>
        </p:txBody>
      </p:sp>
      <p:sp>
        <p:nvSpPr>
          <p:cNvPr id="4" name="Text Placeholder 3">
            <a:extLst>
              <a:ext uri="{FF2B5EF4-FFF2-40B4-BE49-F238E27FC236}">
                <a16:creationId xmlns:a16="http://schemas.microsoft.com/office/drawing/2014/main" id="{ACCA042B-ED85-44C9-9F92-274CDE23B33B}"/>
              </a:ext>
            </a:extLst>
          </p:cNvPr>
          <p:cNvSpPr>
            <a:spLocks noGrp="1"/>
          </p:cNvSpPr>
          <p:nvPr>
            <p:ph type="body" idx="2"/>
          </p:nvPr>
        </p:nvSpPr>
        <p:spPr>
          <a:xfrm>
            <a:off x="278945" y="1621155"/>
            <a:ext cx="1306138" cy="3003390"/>
          </a:xfrm>
          <a:prstGeom prst="rect">
            <a:avLst/>
          </a:prstGeom>
        </p:spPr>
        <p:txBody>
          <a:bodyPr/>
          <a:lstStyle>
            <a:lvl1pPr marL="0" indent="0">
              <a:buNone/>
              <a:defRPr sz="709"/>
            </a:lvl1pPr>
            <a:lvl2pPr marL="202494" indent="0">
              <a:buNone/>
              <a:defRPr sz="620"/>
            </a:lvl2pPr>
            <a:lvl3pPr marL="404988" indent="0">
              <a:buNone/>
              <a:defRPr sz="531"/>
            </a:lvl3pPr>
            <a:lvl4pPr marL="607482" indent="0">
              <a:buNone/>
              <a:defRPr sz="443"/>
            </a:lvl4pPr>
            <a:lvl5pPr marL="809976" indent="0">
              <a:buNone/>
              <a:defRPr sz="443"/>
            </a:lvl5pPr>
            <a:lvl6pPr marL="1012469" indent="0">
              <a:buNone/>
              <a:defRPr sz="443"/>
            </a:lvl6pPr>
            <a:lvl7pPr marL="1214963" indent="0">
              <a:buNone/>
              <a:defRPr sz="443"/>
            </a:lvl7pPr>
            <a:lvl8pPr marL="1417457" indent="0">
              <a:buNone/>
              <a:defRPr sz="443"/>
            </a:lvl8pPr>
            <a:lvl9pPr marL="1619951" indent="0">
              <a:buNone/>
              <a:defRPr sz="443"/>
            </a:lvl9pPr>
          </a:lstStyle>
          <a:p>
            <a:pPr>
              <a:buNone/>
            </a:pPr>
            <a:r>
              <a:t>Click to edit Master text styles</a:t>
            </a:r>
          </a:p>
        </p:txBody>
      </p:sp>
      <p:sp>
        <p:nvSpPr>
          <p:cNvPr id="5" name="Date Placeholder 4">
            <a:extLst>
              <a:ext uri="{FF2B5EF4-FFF2-40B4-BE49-F238E27FC236}">
                <a16:creationId xmlns:a16="http://schemas.microsoft.com/office/drawing/2014/main" id="{EE2B26C1-8E59-49D8-B063-1A349DD2DD40}"/>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6" name="Footer Placeholder 5">
            <a:extLst>
              <a:ext uri="{FF2B5EF4-FFF2-40B4-BE49-F238E27FC236}">
                <a16:creationId xmlns:a16="http://schemas.microsoft.com/office/drawing/2014/main" id="{DCC048EE-F7F0-440A-9157-85CBC9F36C17}"/>
              </a:ext>
            </a:extLst>
          </p:cNvPr>
          <p:cNvSpPr>
            <a:spLocks noGrp="1"/>
          </p:cNvSpPr>
          <p:nvPr>
            <p:ph type="ftr" idx="11"/>
          </p:nvPr>
        </p:nvSpPr>
        <p:spPr>
          <a:xfrm>
            <a:off x="1341468" y="5008570"/>
            <a:ext cx="1366778" cy="287705"/>
          </a:xfrm>
          <a:prstGeom prst="rect">
            <a:avLst/>
          </a:prstGeom>
        </p:spPr>
        <p:txBody>
          <a:bodyPr/>
          <a:lstStyle/>
          <a:p>
            <a:endParaRPr/>
          </a:p>
        </p:txBody>
      </p:sp>
      <p:sp>
        <p:nvSpPr>
          <p:cNvPr id="7" name="Slide Number Placeholder 6">
            <a:extLst>
              <a:ext uri="{FF2B5EF4-FFF2-40B4-BE49-F238E27FC236}">
                <a16:creationId xmlns:a16="http://schemas.microsoft.com/office/drawing/2014/main" id="{0869470F-7708-44BC-9D52-01B1266D9F85}"/>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62E5-B304-4D10-BF12-91360CF49CBF}"/>
              </a:ext>
            </a:extLst>
          </p:cNvPr>
          <p:cNvSpPr>
            <a:spLocks noGrp="1"/>
          </p:cNvSpPr>
          <p:nvPr>
            <p:ph type="title"/>
          </p:nvPr>
        </p:nvSpPr>
        <p:spPr>
          <a:xfrm>
            <a:off x="278418" y="287706"/>
            <a:ext cx="3492877" cy="1044495"/>
          </a:xfrm>
          <a:prstGeom prst="rect">
            <a:avLst/>
          </a:prstGeom>
        </p:spPr>
        <p:txBody>
          <a:bodyPr/>
          <a:lstStyle/>
          <a:p>
            <a:r>
              <a:t>Click to edit Master title style</a:t>
            </a:r>
          </a:p>
        </p:txBody>
      </p:sp>
      <p:sp>
        <p:nvSpPr>
          <p:cNvPr id="3" name="Vertical Text Placeholder 2">
            <a:extLst>
              <a:ext uri="{FF2B5EF4-FFF2-40B4-BE49-F238E27FC236}">
                <a16:creationId xmlns:a16="http://schemas.microsoft.com/office/drawing/2014/main" id="{A8EEAF23-C68C-4F36-B7CD-A7DC4DC7623A}"/>
              </a:ext>
            </a:extLst>
          </p:cNvPr>
          <p:cNvSpPr>
            <a:spLocks noGrp="1"/>
          </p:cNvSpPr>
          <p:nvPr>
            <p:ph type="body" idx="1"/>
          </p:nvPr>
        </p:nvSpPr>
        <p:spPr>
          <a:xfrm>
            <a:off x="278418" y="1438525"/>
            <a:ext cx="3492877" cy="3428693"/>
          </a:xfrm>
          <a:prstGeom prst="rect">
            <a:avLst/>
          </a:prstGeo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7B9F6D65-6521-4051-ACF0-3958BBD1873D}"/>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5" name="Footer Placeholder 4">
            <a:extLst>
              <a:ext uri="{FF2B5EF4-FFF2-40B4-BE49-F238E27FC236}">
                <a16:creationId xmlns:a16="http://schemas.microsoft.com/office/drawing/2014/main" id="{9E8FFE6B-B94E-4F5C-8352-E7B8D86A5030}"/>
              </a:ext>
            </a:extLst>
          </p:cNvPr>
          <p:cNvSpPr>
            <a:spLocks noGrp="1"/>
          </p:cNvSpPr>
          <p:nvPr>
            <p:ph type="ftr" idx="11"/>
          </p:nvPr>
        </p:nvSpPr>
        <p:spPr>
          <a:xfrm>
            <a:off x="1341468" y="5008570"/>
            <a:ext cx="1366778" cy="287705"/>
          </a:xfrm>
          <a:prstGeom prst="rect">
            <a:avLst/>
          </a:prstGeom>
        </p:spPr>
        <p:txBody>
          <a:bodyPr/>
          <a:lstStyle/>
          <a:p>
            <a:endParaRPr/>
          </a:p>
        </p:txBody>
      </p:sp>
      <p:sp>
        <p:nvSpPr>
          <p:cNvPr id="6" name="Slide Number Placeholder 5">
            <a:extLst>
              <a:ext uri="{FF2B5EF4-FFF2-40B4-BE49-F238E27FC236}">
                <a16:creationId xmlns:a16="http://schemas.microsoft.com/office/drawing/2014/main" id="{76321854-D9C0-42FD-A9A6-99E202BC0626}"/>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BDA78D-E106-43A6-A709-95BB0DBB45C8}"/>
              </a:ext>
            </a:extLst>
          </p:cNvPr>
          <p:cNvSpPr>
            <a:spLocks noGrp="1"/>
          </p:cNvSpPr>
          <p:nvPr>
            <p:ph type="title"/>
          </p:nvPr>
        </p:nvSpPr>
        <p:spPr>
          <a:xfrm>
            <a:off x="2898076" y="287705"/>
            <a:ext cx="873219" cy="4579513"/>
          </a:xfrm>
          <a:prstGeom prst="rect">
            <a:avLst/>
          </a:prstGeom>
        </p:spPr>
        <p:txBody>
          <a:bodyPr vert="eaVert"/>
          <a:lstStyle/>
          <a:p>
            <a:r>
              <a:t>Click to edit Master title style</a:t>
            </a:r>
          </a:p>
        </p:txBody>
      </p:sp>
      <p:sp>
        <p:nvSpPr>
          <p:cNvPr id="3" name="Vertical Text Placeholder 2">
            <a:extLst>
              <a:ext uri="{FF2B5EF4-FFF2-40B4-BE49-F238E27FC236}">
                <a16:creationId xmlns:a16="http://schemas.microsoft.com/office/drawing/2014/main" id="{BA8276B0-F30A-4CEB-9517-2055BC92D6A9}"/>
              </a:ext>
            </a:extLst>
          </p:cNvPr>
          <p:cNvSpPr>
            <a:spLocks noGrp="1"/>
          </p:cNvSpPr>
          <p:nvPr>
            <p:ph type="body" idx="1"/>
          </p:nvPr>
        </p:nvSpPr>
        <p:spPr>
          <a:xfrm>
            <a:off x="278418" y="287705"/>
            <a:ext cx="2569037" cy="4579513"/>
          </a:xfrm>
          <a:prstGeom prst="rect">
            <a:avLst/>
          </a:prstGeo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0F2A247-E24B-495A-9324-F17361B32F1F}"/>
              </a:ext>
            </a:extLst>
          </p:cNvPr>
          <p:cNvSpPr>
            <a:spLocks noGrp="1"/>
          </p:cNvSpPr>
          <p:nvPr>
            <p:ph type="dt" idx="10"/>
          </p:nvPr>
        </p:nvSpPr>
        <p:spPr>
          <a:xfrm>
            <a:off x="278418" y="5008570"/>
            <a:ext cx="911185" cy="287705"/>
          </a:xfrm>
          <a:prstGeom prst="rect">
            <a:avLst/>
          </a:prstGeom>
        </p:spPr>
        <p:txBody>
          <a:bodyPr/>
          <a:lstStyle/>
          <a:p>
            <a:fld id="{398E50BF-9665-234F-B797-43CC6939A84A}" type="datetimeFigureOut">
              <a:t>9/30/2026</a:t>
            </a:fld>
            <a:endParaRPr/>
          </a:p>
        </p:txBody>
      </p:sp>
      <p:sp>
        <p:nvSpPr>
          <p:cNvPr id="5" name="Footer Placeholder 4">
            <a:extLst>
              <a:ext uri="{FF2B5EF4-FFF2-40B4-BE49-F238E27FC236}">
                <a16:creationId xmlns:a16="http://schemas.microsoft.com/office/drawing/2014/main" id="{0E872172-4F44-4BB6-9D2A-F69BDA66EA77}"/>
              </a:ext>
            </a:extLst>
          </p:cNvPr>
          <p:cNvSpPr>
            <a:spLocks noGrp="1"/>
          </p:cNvSpPr>
          <p:nvPr>
            <p:ph type="ftr" idx="11"/>
          </p:nvPr>
        </p:nvSpPr>
        <p:spPr>
          <a:xfrm>
            <a:off x="1341468" y="5008570"/>
            <a:ext cx="1366778" cy="287705"/>
          </a:xfrm>
          <a:prstGeom prst="rect">
            <a:avLst/>
          </a:prstGeom>
        </p:spPr>
        <p:txBody>
          <a:bodyPr/>
          <a:lstStyle/>
          <a:p>
            <a:endParaRPr/>
          </a:p>
        </p:txBody>
      </p:sp>
      <p:sp>
        <p:nvSpPr>
          <p:cNvPr id="6" name="Slide Number Placeholder 5">
            <a:extLst>
              <a:ext uri="{FF2B5EF4-FFF2-40B4-BE49-F238E27FC236}">
                <a16:creationId xmlns:a16="http://schemas.microsoft.com/office/drawing/2014/main" id="{DE684A47-BDDF-4EFE-AFF3-9FC89E8C45A8}"/>
              </a:ext>
            </a:extLst>
          </p:cNvPr>
          <p:cNvSpPr>
            <a:spLocks noGrp="1"/>
          </p:cNvSpPr>
          <p:nvPr>
            <p:ph type="sldNum" idx="12"/>
          </p:nvPr>
        </p:nvSpPr>
        <p:spPr>
          <a:xfrm>
            <a:off x="2860110" y="5008570"/>
            <a:ext cx="911185" cy="287705"/>
          </a:xfrm>
          <a:prstGeom prst="rect">
            <a:avLst/>
          </a:prstGeom>
        </p:spPr>
        <p:txBody>
          <a:bodyPr/>
          <a:lstStyle/>
          <a:p>
            <a:fld id="{BBA79025-95F1-6243-942E-84ACBE1D9EA1}"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2E7A-0523-6DB2-208A-2EA5D6E7B2EE}"/>
              </a:ext>
            </a:extLst>
          </p:cNvPr>
          <p:cNvSpPr>
            <a:spLocks noGrp="1"/>
          </p:cNvSpPr>
          <p:nvPr>
            <p:ph type="ctrTitle"/>
          </p:nvPr>
        </p:nvSpPr>
        <p:spPr>
          <a:xfrm>
            <a:off x="506413" y="884238"/>
            <a:ext cx="3036887" cy="1881187"/>
          </a:xfrm>
          <a:prstGeom prst="rect">
            <a:avLst/>
          </a:prstGeo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574F9AF1-62E8-221E-6CA7-D595E5739323}"/>
              </a:ext>
            </a:extLst>
          </p:cNvPr>
          <p:cNvSpPr>
            <a:spLocks noGrp="1"/>
          </p:cNvSpPr>
          <p:nvPr>
            <p:ph type="subTitle" idx="1"/>
          </p:nvPr>
        </p:nvSpPr>
        <p:spPr>
          <a:xfrm>
            <a:off x="506413" y="2838450"/>
            <a:ext cx="3036887" cy="13049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E87AD282-0595-56F1-7433-F4D682F60DDD}"/>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5" name="Footer Placeholder 4">
            <a:extLst>
              <a:ext uri="{FF2B5EF4-FFF2-40B4-BE49-F238E27FC236}">
                <a16:creationId xmlns:a16="http://schemas.microsoft.com/office/drawing/2014/main" id="{32E8A598-1A8D-164A-FC54-0552C00AD69D}"/>
              </a:ext>
            </a:extLst>
          </p:cNvPr>
          <p:cNvSpPr>
            <a:spLocks noGrp="1"/>
          </p:cNvSpPr>
          <p:nvPr>
            <p:ph type="ftr" idx="11"/>
          </p:nvPr>
        </p:nvSpPr>
        <p:spPr>
          <a:xfrm>
            <a:off x="1341438" y="5008563"/>
            <a:ext cx="1366837" cy="287337"/>
          </a:xfrm>
          <a:prstGeom prst="rect">
            <a:avLst/>
          </a:prstGeom>
        </p:spPr>
        <p:txBody>
          <a:bodyPr/>
          <a:lstStyle/>
          <a:p>
            <a:endParaRPr/>
          </a:p>
        </p:txBody>
      </p:sp>
      <p:sp>
        <p:nvSpPr>
          <p:cNvPr id="6" name="Slide Number Placeholder 5">
            <a:extLst>
              <a:ext uri="{FF2B5EF4-FFF2-40B4-BE49-F238E27FC236}">
                <a16:creationId xmlns:a16="http://schemas.microsoft.com/office/drawing/2014/main" id="{11EF9E96-D5AB-F00C-5AF1-7A1EA34886C3}"/>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C92C4-3E8A-5205-6A27-43145AE3B697}"/>
              </a:ext>
            </a:extLst>
          </p:cNvPr>
          <p:cNvSpPr>
            <a:spLocks noGrp="1"/>
          </p:cNvSpPr>
          <p:nvPr>
            <p:ph type="title"/>
          </p:nvPr>
        </p:nvSpPr>
        <p:spPr>
          <a:xfrm>
            <a:off x="277813" y="287338"/>
            <a:ext cx="3494087" cy="1044575"/>
          </a:xfrm>
          <a:prstGeom prst="rect">
            <a:avLst/>
          </a:prstGeom>
        </p:spPr>
        <p:txBody>
          <a:bodyPr/>
          <a:lstStyle/>
          <a:p>
            <a:r>
              <a:t>Click to edit Master title style</a:t>
            </a:r>
          </a:p>
        </p:txBody>
      </p:sp>
      <p:sp>
        <p:nvSpPr>
          <p:cNvPr id="3" name="Content Placeholder 2">
            <a:extLst>
              <a:ext uri="{FF2B5EF4-FFF2-40B4-BE49-F238E27FC236}">
                <a16:creationId xmlns:a16="http://schemas.microsoft.com/office/drawing/2014/main" id="{9C19B40E-E88D-8BDA-78E9-3D1826D7361D}"/>
              </a:ext>
            </a:extLst>
          </p:cNvPr>
          <p:cNvSpPr>
            <a:spLocks noGrp="1"/>
          </p:cNvSpPr>
          <p:nvPr>
            <p:ph idx="1"/>
          </p:nvPr>
        </p:nvSpPr>
        <p:spPr>
          <a:xfrm>
            <a:off x="277813" y="1438275"/>
            <a:ext cx="3494087" cy="3429000"/>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8F37902E-B375-841D-B2F0-5C981DF9178A}"/>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5" name="Footer Placeholder 4">
            <a:extLst>
              <a:ext uri="{FF2B5EF4-FFF2-40B4-BE49-F238E27FC236}">
                <a16:creationId xmlns:a16="http://schemas.microsoft.com/office/drawing/2014/main" id="{001A3412-E7F2-58C4-3955-E7E92C76203F}"/>
              </a:ext>
            </a:extLst>
          </p:cNvPr>
          <p:cNvSpPr>
            <a:spLocks noGrp="1"/>
          </p:cNvSpPr>
          <p:nvPr>
            <p:ph type="ftr" idx="11"/>
          </p:nvPr>
        </p:nvSpPr>
        <p:spPr>
          <a:xfrm>
            <a:off x="1341438" y="5008563"/>
            <a:ext cx="1366837" cy="287337"/>
          </a:xfrm>
          <a:prstGeom prst="rect">
            <a:avLst/>
          </a:prstGeom>
        </p:spPr>
        <p:txBody>
          <a:bodyPr/>
          <a:lstStyle/>
          <a:p>
            <a:endParaRPr/>
          </a:p>
        </p:txBody>
      </p:sp>
      <p:sp>
        <p:nvSpPr>
          <p:cNvPr id="6" name="Slide Number Placeholder 5">
            <a:extLst>
              <a:ext uri="{FF2B5EF4-FFF2-40B4-BE49-F238E27FC236}">
                <a16:creationId xmlns:a16="http://schemas.microsoft.com/office/drawing/2014/main" id="{4E0DEB77-E3C4-0F0C-9D0D-9D0768E94204}"/>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181A-CE5D-A38F-B73F-705B41F2886E}"/>
              </a:ext>
            </a:extLst>
          </p:cNvPr>
          <p:cNvSpPr>
            <a:spLocks noGrp="1"/>
          </p:cNvSpPr>
          <p:nvPr>
            <p:ph type="title"/>
          </p:nvPr>
        </p:nvSpPr>
        <p:spPr>
          <a:xfrm>
            <a:off x="276225" y="1347788"/>
            <a:ext cx="3492500" cy="2247900"/>
          </a:xfrm>
          <a:prstGeom prst="rect">
            <a:avLst/>
          </a:prstGeo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BE0B0974-A6CB-21D4-E50E-41EB8C04DA39}"/>
              </a:ext>
            </a:extLst>
          </p:cNvPr>
          <p:cNvSpPr>
            <a:spLocks noGrp="1"/>
          </p:cNvSpPr>
          <p:nvPr>
            <p:ph type="body" idx="1"/>
          </p:nvPr>
        </p:nvSpPr>
        <p:spPr>
          <a:xfrm>
            <a:off x="276225" y="3616325"/>
            <a:ext cx="3492500" cy="1182688"/>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212104DB-8290-692D-AA23-7C5BE1C47DF8}"/>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5" name="Footer Placeholder 4">
            <a:extLst>
              <a:ext uri="{FF2B5EF4-FFF2-40B4-BE49-F238E27FC236}">
                <a16:creationId xmlns:a16="http://schemas.microsoft.com/office/drawing/2014/main" id="{0BF99EC1-6CEF-0D67-EEA6-D6BFC7723AF6}"/>
              </a:ext>
            </a:extLst>
          </p:cNvPr>
          <p:cNvSpPr>
            <a:spLocks noGrp="1"/>
          </p:cNvSpPr>
          <p:nvPr>
            <p:ph type="ftr" idx="11"/>
          </p:nvPr>
        </p:nvSpPr>
        <p:spPr>
          <a:xfrm>
            <a:off x="1341438" y="5008563"/>
            <a:ext cx="1366837" cy="287337"/>
          </a:xfrm>
          <a:prstGeom prst="rect">
            <a:avLst/>
          </a:prstGeom>
        </p:spPr>
        <p:txBody>
          <a:bodyPr/>
          <a:lstStyle/>
          <a:p>
            <a:endParaRPr/>
          </a:p>
        </p:txBody>
      </p:sp>
      <p:sp>
        <p:nvSpPr>
          <p:cNvPr id="6" name="Slide Number Placeholder 5">
            <a:extLst>
              <a:ext uri="{FF2B5EF4-FFF2-40B4-BE49-F238E27FC236}">
                <a16:creationId xmlns:a16="http://schemas.microsoft.com/office/drawing/2014/main" id="{6D37B988-37F3-AE35-E7C7-515593302E48}"/>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1020-CC74-19F9-2BE4-EDBECC3527D1}"/>
              </a:ext>
            </a:extLst>
          </p:cNvPr>
          <p:cNvSpPr>
            <a:spLocks noGrp="1"/>
          </p:cNvSpPr>
          <p:nvPr>
            <p:ph type="title"/>
          </p:nvPr>
        </p:nvSpPr>
        <p:spPr>
          <a:xfrm>
            <a:off x="277813" y="287338"/>
            <a:ext cx="3494087" cy="1044575"/>
          </a:xfrm>
          <a:prstGeom prst="rect">
            <a:avLst/>
          </a:prstGeom>
        </p:spPr>
        <p:txBody>
          <a:bodyPr/>
          <a:lstStyle/>
          <a:p>
            <a:r>
              <a:t>Click to edit Master title style</a:t>
            </a:r>
          </a:p>
        </p:txBody>
      </p:sp>
      <p:sp>
        <p:nvSpPr>
          <p:cNvPr id="3" name="Content Placeholder 2">
            <a:extLst>
              <a:ext uri="{FF2B5EF4-FFF2-40B4-BE49-F238E27FC236}">
                <a16:creationId xmlns:a16="http://schemas.microsoft.com/office/drawing/2014/main" id="{4385992B-87A4-B548-7D1D-E838C155AA72}"/>
              </a:ext>
            </a:extLst>
          </p:cNvPr>
          <p:cNvSpPr>
            <a:spLocks noGrp="1"/>
          </p:cNvSpPr>
          <p:nvPr>
            <p:ph idx="1"/>
          </p:nvPr>
        </p:nvSpPr>
        <p:spPr>
          <a:xfrm>
            <a:off x="277813" y="1438275"/>
            <a:ext cx="1670050" cy="3429000"/>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FB0EBD1E-CD15-6168-8666-3BD76931F1CF}"/>
              </a:ext>
            </a:extLst>
          </p:cNvPr>
          <p:cNvSpPr>
            <a:spLocks noGrp="1"/>
          </p:cNvSpPr>
          <p:nvPr>
            <p:ph idx="2"/>
          </p:nvPr>
        </p:nvSpPr>
        <p:spPr>
          <a:xfrm>
            <a:off x="2100263" y="1438275"/>
            <a:ext cx="1671637" cy="3429000"/>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3ED4F783-7745-69C0-8CAD-81EDF4B4DA55}"/>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6" name="Footer Placeholder 5">
            <a:extLst>
              <a:ext uri="{FF2B5EF4-FFF2-40B4-BE49-F238E27FC236}">
                <a16:creationId xmlns:a16="http://schemas.microsoft.com/office/drawing/2014/main" id="{ADDD2D08-8693-AEE9-EE8E-BBA0E2498794}"/>
              </a:ext>
            </a:extLst>
          </p:cNvPr>
          <p:cNvSpPr>
            <a:spLocks noGrp="1"/>
          </p:cNvSpPr>
          <p:nvPr>
            <p:ph type="ftr" idx="11"/>
          </p:nvPr>
        </p:nvSpPr>
        <p:spPr>
          <a:xfrm>
            <a:off x="1341438" y="5008563"/>
            <a:ext cx="1366837" cy="287337"/>
          </a:xfrm>
          <a:prstGeom prst="rect">
            <a:avLst/>
          </a:prstGeom>
        </p:spPr>
        <p:txBody>
          <a:bodyPr/>
          <a:lstStyle/>
          <a:p>
            <a:endParaRPr/>
          </a:p>
        </p:txBody>
      </p:sp>
      <p:sp>
        <p:nvSpPr>
          <p:cNvPr id="7" name="Slide Number Placeholder 6">
            <a:extLst>
              <a:ext uri="{FF2B5EF4-FFF2-40B4-BE49-F238E27FC236}">
                <a16:creationId xmlns:a16="http://schemas.microsoft.com/office/drawing/2014/main" id="{391C3199-6CE9-A2B8-2488-35BAF01A3488}"/>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B57D-CC20-42C9-1603-6185E6AB3302}"/>
              </a:ext>
            </a:extLst>
          </p:cNvPr>
          <p:cNvSpPr>
            <a:spLocks noGrp="1"/>
          </p:cNvSpPr>
          <p:nvPr>
            <p:ph type="title"/>
          </p:nvPr>
        </p:nvSpPr>
        <p:spPr>
          <a:xfrm>
            <a:off x="279400" y="287338"/>
            <a:ext cx="3492500" cy="1044575"/>
          </a:xfrm>
          <a:prstGeom prst="rect">
            <a:avLst/>
          </a:prstGeom>
        </p:spPr>
        <p:txBody>
          <a:bodyPr/>
          <a:lstStyle/>
          <a:p>
            <a:r>
              <a:t>Click to edit Master title style</a:t>
            </a:r>
          </a:p>
        </p:txBody>
      </p:sp>
      <p:sp>
        <p:nvSpPr>
          <p:cNvPr id="3" name="Text Placeholder 2">
            <a:extLst>
              <a:ext uri="{FF2B5EF4-FFF2-40B4-BE49-F238E27FC236}">
                <a16:creationId xmlns:a16="http://schemas.microsoft.com/office/drawing/2014/main" id="{209D9CAB-D7E8-C550-B15E-1BFE46E11832}"/>
              </a:ext>
            </a:extLst>
          </p:cNvPr>
          <p:cNvSpPr>
            <a:spLocks noGrp="1"/>
          </p:cNvSpPr>
          <p:nvPr>
            <p:ph type="body" idx="1"/>
          </p:nvPr>
        </p:nvSpPr>
        <p:spPr>
          <a:xfrm>
            <a:off x="279400" y="1323975"/>
            <a:ext cx="1712913" cy="64928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38956ACB-EFD6-EC79-3A58-6DB589CAD510}"/>
              </a:ext>
            </a:extLst>
          </p:cNvPr>
          <p:cNvSpPr>
            <a:spLocks noGrp="1"/>
          </p:cNvSpPr>
          <p:nvPr>
            <p:ph idx="2"/>
          </p:nvPr>
        </p:nvSpPr>
        <p:spPr>
          <a:xfrm>
            <a:off x="279400" y="1973263"/>
            <a:ext cx="1712913" cy="2903537"/>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A781425D-61EA-6C27-9FC0-93F87ACAC603}"/>
              </a:ext>
            </a:extLst>
          </p:cNvPr>
          <p:cNvSpPr>
            <a:spLocks noGrp="1"/>
          </p:cNvSpPr>
          <p:nvPr>
            <p:ph type="body" idx="3"/>
          </p:nvPr>
        </p:nvSpPr>
        <p:spPr>
          <a:xfrm>
            <a:off x="2049463" y="1323975"/>
            <a:ext cx="1722437" cy="64928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6F959E4C-8054-5576-0F67-0AD7E14AA843}"/>
              </a:ext>
            </a:extLst>
          </p:cNvPr>
          <p:cNvSpPr>
            <a:spLocks noGrp="1"/>
          </p:cNvSpPr>
          <p:nvPr>
            <p:ph idx="4"/>
          </p:nvPr>
        </p:nvSpPr>
        <p:spPr>
          <a:xfrm>
            <a:off x="2049463" y="1973263"/>
            <a:ext cx="1722437" cy="2903537"/>
          </a:xfrm>
          <a:prstGeom prst="rect">
            <a:avLst/>
          </a:prstGeo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7A79FE40-C0F2-A5B3-5DDC-C51003E8C525}"/>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8" name="Footer Placeholder 7">
            <a:extLst>
              <a:ext uri="{FF2B5EF4-FFF2-40B4-BE49-F238E27FC236}">
                <a16:creationId xmlns:a16="http://schemas.microsoft.com/office/drawing/2014/main" id="{339772DA-3CB5-7AD6-BA58-6C7319F9FA7D}"/>
              </a:ext>
            </a:extLst>
          </p:cNvPr>
          <p:cNvSpPr>
            <a:spLocks noGrp="1"/>
          </p:cNvSpPr>
          <p:nvPr>
            <p:ph type="ftr" idx="11"/>
          </p:nvPr>
        </p:nvSpPr>
        <p:spPr>
          <a:xfrm>
            <a:off x="1341438" y="5008563"/>
            <a:ext cx="1366837" cy="287337"/>
          </a:xfrm>
          <a:prstGeom prst="rect">
            <a:avLst/>
          </a:prstGeom>
        </p:spPr>
        <p:txBody>
          <a:bodyPr/>
          <a:lstStyle/>
          <a:p>
            <a:endParaRPr/>
          </a:p>
        </p:txBody>
      </p:sp>
      <p:sp>
        <p:nvSpPr>
          <p:cNvPr id="9" name="Slide Number Placeholder 8">
            <a:extLst>
              <a:ext uri="{FF2B5EF4-FFF2-40B4-BE49-F238E27FC236}">
                <a16:creationId xmlns:a16="http://schemas.microsoft.com/office/drawing/2014/main" id="{270A9D34-0632-45D3-A2B5-95E1B7AEE19A}"/>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B4592-3AD9-CF3E-35A3-53E22FF9ABE8}"/>
              </a:ext>
            </a:extLst>
          </p:cNvPr>
          <p:cNvSpPr>
            <a:spLocks noGrp="1"/>
          </p:cNvSpPr>
          <p:nvPr>
            <p:ph type="title"/>
          </p:nvPr>
        </p:nvSpPr>
        <p:spPr>
          <a:xfrm>
            <a:off x="277813" y="287338"/>
            <a:ext cx="3494087" cy="1044575"/>
          </a:xfrm>
          <a:prstGeom prst="rect">
            <a:avLst/>
          </a:prstGeom>
        </p:spPr>
        <p:txBody>
          <a:bodyPr/>
          <a:lstStyle/>
          <a:p>
            <a:r>
              <a:t>Click to edit Master title style</a:t>
            </a:r>
          </a:p>
        </p:txBody>
      </p:sp>
      <p:sp>
        <p:nvSpPr>
          <p:cNvPr id="3" name="Date Placeholder 2">
            <a:extLst>
              <a:ext uri="{FF2B5EF4-FFF2-40B4-BE49-F238E27FC236}">
                <a16:creationId xmlns:a16="http://schemas.microsoft.com/office/drawing/2014/main" id="{4154D4B4-925B-24CA-5C8D-DC7B91BF80B6}"/>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4" name="Footer Placeholder 3">
            <a:extLst>
              <a:ext uri="{FF2B5EF4-FFF2-40B4-BE49-F238E27FC236}">
                <a16:creationId xmlns:a16="http://schemas.microsoft.com/office/drawing/2014/main" id="{619CA5D5-8665-8F81-B439-00272BD045DC}"/>
              </a:ext>
            </a:extLst>
          </p:cNvPr>
          <p:cNvSpPr>
            <a:spLocks noGrp="1"/>
          </p:cNvSpPr>
          <p:nvPr>
            <p:ph type="ftr" idx="11"/>
          </p:nvPr>
        </p:nvSpPr>
        <p:spPr>
          <a:xfrm>
            <a:off x="1341438" y="5008563"/>
            <a:ext cx="1366837" cy="287337"/>
          </a:xfrm>
          <a:prstGeom prst="rect">
            <a:avLst/>
          </a:prstGeom>
        </p:spPr>
        <p:txBody>
          <a:bodyPr/>
          <a:lstStyle/>
          <a:p>
            <a:endParaRPr/>
          </a:p>
        </p:txBody>
      </p:sp>
      <p:sp>
        <p:nvSpPr>
          <p:cNvPr id="5" name="Slide Number Placeholder 4">
            <a:extLst>
              <a:ext uri="{FF2B5EF4-FFF2-40B4-BE49-F238E27FC236}">
                <a16:creationId xmlns:a16="http://schemas.microsoft.com/office/drawing/2014/main" id="{11668BD4-567A-6137-82C6-8F1236742CF2}"/>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4B629-C9B8-D7B6-1083-71CDD68C8A77}"/>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3" name="Footer Placeholder 2">
            <a:extLst>
              <a:ext uri="{FF2B5EF4-FFF2-40B4-BE49-F238E27FC236}">
                <a16:creationId xmlns:a16="http://schemas.microsoft.com/office/drawing/2014/main" id="{8EB35E61-3204-9E70-6761-2FFEB1DA525D}"/>
              </a:ext>
            </a:extLst>
          </p:cNvPr>
          <p:cNvSpPr>
            <a:spLocks noGrp="1"/>
          </p:cNvSpPr>
          <p:nvPr>
            <p:ph type="ftr" idx="11"/>
          </p:nvPr>
        </p:nvSpPr>
        <p:spPr>
          <a:xfrm>
            <a:off x="1341438" y="5008563"/>
            <a:ext cx="1366837" cy="287337"/>
          </a:xfrm>
          <a:prstGeom prst="rect">
            <a:avLst/>
          </a:prstGeom>
        </p:spPr>
        <p:txBody>
          <a:bodyPr/>
          <a:lstStyle/>
          <a:p>
            <a:endParaRPr/>
          </a:p>
        </p:txBody>
      </p:sp>
      <p:sp>
        <p:nvSpPr>
          <p:cNvPr id="4" name="Slide Number Placeholder 3">
            <a:extLst>
              <a:ext uri="{FF2B5EF4-FFF2-40B4-BE49-F238E27FC236}">
                <a16:creationId xmlns:a16="http://schemas.microsoft.com/office/drawing/2014/main" id="{00CEA805-9747-1B65-F5BB-C30ADA250DD0}"/>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B34B-C6E8-2E46-E3ED-431570A543AB}"/>
              </a:ext>
            </a:extLst>
          </p:cNvPr>
          <p:cNvSpPr>
            <a:spLocks noGrp="1"/>
          </p:cNvSpPr>
          <p:nvPr>
            <p:ph type="title"/>
          </p:nvPr>
        </p:nvSpPr>
        <p:spPr>
          <a:xfrm>
            <a:off x="279400" y="360363"/>
            <a:ext cx="1304925" cy="1260475"/>
          </a:xfrm>
          <a:prstGeom prst="rect">
            <a:avLst/>
          </a:prstGeo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E101B944-8057-552B-149D-C9C909CF7873}"/>
              </a:ext>
            </a:extLst>
          </p:cNvPr>
          <p:cNvSpPr>
            <a:spLocks noGrp="1"/>
          </p:cNvSpPr>
          <p:nvPr>
            <p:ph idx="1"/>
          </p:nvPr>
        </p:nvSpPr>
        <p:spPr>
          <a:xfrm>
            <a:off x="1722438" y="777875"/>
            <a:ext cx="2049462" cy="3840163"/>
          </a:xfrm>
          <a:prstGeom prst="rect">
            <a:avLst/>
          </a:prstGeo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F7ACED36-9AF3-392D-6834-5C49425F62FB}"/>
              </a:ext>
            </a:extLst>
          </p:cNvPr>
          <p:cNvSpPr>
            <a:spLocks noGrp="1"/>
          </p:cNvSpPr>
          <p:nvPr>
            <p:ph type="body" idx="2"/>
          </p:nvPr>
        </p:nvSpPr>
        <p:spPr>
          <a:xfrm>
            <a:off x="279400" y="1620838"/>
            <a:ext cx="1304925" cy="300355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C0500775-96D1-A187-ABA1-E8ED79D4DC69}"/>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6" name="Footer Placeholder 5">
            <a:extLst>
              <a:ext uri="{FF2B5EF4-FFF2-40B4-BE49-F238E27FC236}">
                <a16:creationId xmlns:a16="http://schemas.microsoft.com/office/drawing/2014/main" id="{8356B756-6107-02C5-1B8B-884F071C71C2}"/>
              </a:ext>
            </a:extLst>
          </p:cNvPr>
          <p:cNvSpPr>
            <a:spLocks noGrp="1"/>
          </p:cNvSpPr>
          <p:nvPr>
            <p:ph type="ftr" idx="11"/>
          </p:nvPr>
        </p:nvSpPr>
        <p:spPr>
          <a:xfrm>
            <a:off x="1341438" y="5008563"/>
            <a:ext cx="1366837" cy="287337"/>
          </a:xfrm>
          <a:prstGeom prst="rect">
            <a:avLst/>
          </a:prstGeom>
        </p:spPr>
        <p:txBody>
          <a:bodyPr/>
          <a:lstStyle/>
          <a:p>
            <a:endParaRPr/>
          </a:p>
        </p:txBody>
      </p:sp>
      <p:sp>
        <p:nvSpPr>
          <p:cNvPr id="7" name="Slide Number Placeholder 6">
            <a:extLst>
              <a:ext uri="{FF2B5EF4-FFF2-40B4-BE49-F238E27FC236}">
                <a16:creationId xmlns:a16="http://schemas.microsoft.com/office/drawing/2014/main" id="{BAEDD9E3-ADCD-451A-908B-CB9FB471B0CD}"/>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E9C5C-DA40-C6B0-99B7-A6566923CECB}"/>
              </a:ext>
            </a:extLst>
          </p:cNvPr>
          <p:cNvSpPr>
            <a:spLocks noGrp="1"/>
          </p:cNvSpPr>
          <p:nvPr>
            <p:ph type="title"/>
          </p:nvPr>
        </p:nvSpPr>
        <p:spPr>
          <a:xfrm>
            <a:off x="279400" y="360363"/>
            <a:ext cx="1304925" cy="1260475"/>
          </a:xfrm>
          <a:prstGeom prst="rect">
            <a:avLst/>
          </a:prstGeo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BD0A6581-B8C6-D9EC-F0C1-73236013C706}"/>
              </a:ext>
            </a:extLst>
          </p:cNvPr>
          <p:cNvSpPr>
            <a:spLocks noGrp="1"/>
          </p:cNvSpPr>
          <p:nvPr>
            <p:ph type="pic" idx="1"/>
          </p:nvPr>
        </p:nvSpPr>
        <p:spPr>
          <a:xfrm>
            <a:off x="1722438" y="777875"/>
            <a:ext cx="2049462" cy="384016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240590E-EB0D-2854-A3D0-36CE88348992}"/>
              </a:ext>
            </a:extLst>
          </p:cNvPr>
          <p:cNvSpPr>
            <a:spLocks noGrp="1"/>
          </p:cNvSpPr>
          <p:nvPr>
            <p:ph type="body" idx="2"/>
          </p:nvPr>
        </p:nvSpPr>
        <p:spPr>
          <a:xfrm>
            <a:off x="279400" y="1620838"/>
            <a:ext cx="1304925" cy="300355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2959A18A-B0CF-8C90-3D29-6E7CA8D2009D}"/>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6" name="Footer Placeholder 5">
            <a:extLst>
              <a:ext uri="{FF2B5EF4-FFF2-40B4-BE49-F238E27FC236}">
                <a16:creationId xmlns:a16="http://schemas.microsoft.com/office/drawing/2014/main" id="{EACF5411-FA4B-730D-1A33-ED70445F32BB}"/>
              </a:ext>
            </a:extLst>
          </p:cNvPr>
          <p:cNvSpPr>
            <a:spLocks noGrp="1"/>
          </p:cNvSpPr>
          <p:nvPr>
            <p:ph type="ftr" idx="11"/>
          </p:nvPr>
        </p:nvSpPr>
        <p:spPr>
          <a:xfrm>
            <a:off x="1341438" y="5008563"/>
            <a:ext cx="1366837" cy="287337"/>
          </a:xfrm>
          <a:prstGeom prst="rect">
            <a:avLst/>
          </a:prstGeom>
        </p:spPr>
        <p:txBody>
          <a:bodyPr/>
          <a:lstStyle/>
          <a:p>
            <a:endParaRPr/>
          </a:p>
        </p:txBody>
      </p:sp>
      <p:sp>
        <p:nvSpPr>
          <p:cNvPr id="7" name="Slide Number Placeholder 6">
            <a:extLst>
              <a:ext uri="{FF2B5EF4-FFF2-40B4-BE49-F238E27FC236}">
                <a16:creationId xmlns:a16="http://schemas.microsoft.com/office/drawing/2014/main" id="{C0D95B4C-C1C0-1DB1-8621-48C02F1E3256}"/>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D964-DE6F-134E-B647-664682EC99EF}"/>
              </a:ext>
            </a:extLst>
          </p:cNvPr>
          <p:cNvSpPr>
            <a:spLocks noGrp="1"/>
          </p:cNvSpPr>
          <p:nvPr>
            <p:ph type="title"/>
          </p:nvPr>
        </p:nvSpPr>
        <p:spPr>
          <a:xfrm>
            <a:off x="277813" y="287338"/>
            <a:ext cx="3494087" cy="1044575"/>
          </a:xfrm>
          <a:prstGeom prst="rect">
            <a:avLst/>
          </a:prstGeom>
        </p:spPr>
        <p:txBody>
          <a:bodyPr/>
          <a:lstStyle/>
          <a:p>
            <a:r>
              <a:t>Click to edit Master title style</a:t>
            </a:r>
          </a:p>
        </p:txBody>
      </p:sp>
      <p:sp>
        <p:nvSpPr>
          <p:cNvPr id="3" name="Vertical Text Placeholder 2">
            <a:extLst>
              <a:ext uri="{FF2B5EF4-FFF2-40B4-BE49-F238E27FC236}">
                <a16:creationId xmlns:a16="http://schemas.microsoft.com/office/drawing/2014/main" id="{2346F024-859A-A651-D720-0FFFA6D2F80E}"/>
              </a:ext>
            </a:extLst>
          </p:cNvPr>
          <p:cNvSpPr>
            <a:spLocks noGrp="1"/>
          </p:cNvSpPr>
          <p:nvPr>
            <p:ph type="body" idx="1"/>
          </p:nvPr>
        </p:nvSpPr>
        <p:spPr>
          <a:xfrm>
            <a:off x="277813" y="1438275"/>
            <a:ext cx="3494087" cy="3429000"/>
          </a:xfrm>
          <a:prstGeom prst="rect">
            <a:avLst/>
          </a:prstGeo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0EE768A9-AB4D-160E-3DC4-A81D7007B1AF}"/>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5" name="Footer Placeholder 4">
            <a:extLst>
              <a:ext uri="{FF2B5EF4-FFF2-40B4-BE49-F238E27FC236}">
                <a16:creationId xmlns:a16="http://schemas.microsoft.com/office/drawing/2014/main" id="{21F1865B-CD6A-C79F-ACD2-16E28A957CA2}"/>
              </a:ext>
            </a:extLst>
          </p:cNvPr>
          <p:cNvSpPr>
            <a:spLocks noGrp="1"/>
          </p:cNvSpPr>
          <p:nvPr>
            <p:ph type="ftr" idx="11"/>
          </p:nvPr>
        </p:nvSpPr>
        <p:spPr>
          <a:xfrm>
            <a:off x="1341438" y="5008563"/>
            <a:ext cx="1366837" cy="287337"/>
          </a:xfrm>
          <a:prstGeom prst="rect">
            <a:avLst/>
          </a:prstGeom>
        </p:spPr>
        <p:txBody>
          <a:bodyPr/>
          <a:lstStyle/>
          <a:p>
            <a:endParaRPr/>
          </a:p>
        </p:txBody>
      </p:sp>
      <p:sp>
        <p:nvSpPr>
          <p:cNvPr id="6" name="Slide Number Placeholder 5">
            <a:extLst>
              <a:ext uri="{FF2B5EF4-FFF2-40B4-BE49-F238E27FC236}">
                <a16:creationId xmlns:a16="http://schemas.microsoft.com/office/drawing/2014/main" id="{B176261A-8591-1731-DB21-5EC7FD489BC4}"/>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E76DE0-0A70-5C9C-3AC0-9F26DD8B26F6}"/>
              </a:ext>
            </a:extLst>
          </p:cNvPr>
          <p:cNvSpPr>
            <a:spLocks noGrp="1"/>
          </p:cNvSpPr>
          <p:nvPr>
            <p:ph type="title"/>
          </p:nvPr>
        </p:nvSpPr>
        <p:spPr>
          <a:xfrm>
            <a:off x="2898775" y="287338"/>
            <a:ext cx="873125" cy="4579937"/>
          </a:xfrm>
          <a:prstGeom prst="rect">
            <a:avLst/>
          </a:prstGeo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EB7618A-C83E-44B0-C59D-D6309DB4C96F}"/>
              </a:ext>
            </a:extLst>
          </p:cNvPr>
          <p:cNvSpPr>
            <a:spLocks noGrp="1"/>
          </p:cNvSpPr>
          <p:nvPr>
            <p:ph type="body" idx="1"/>
          </p:nvPr>
        </p:nvSpPr>
        <p:spPr>
          <a:xfrm>
            <a:off x="277813" y="287338"/>
            <a:ext cx="2468562" cy="4579937"/>
          </a:xfrm>
          <a:prstGeom prst="rect">
            <a:avLst/>
          </a:prstGeo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ABDC31B9-07AE-94EC-ED50-AE62D929E50A}"/>
              </a:ext>
            </a:extLst>
          </p:cNvPr>
          <p:cNvSpPr>
            <a:spLocks noGrp="1"/>
          </p:cNvSpPr>
          <p:nvPr>
            <p:ph type="dt" idx="10"/>
          </p:nvPr>
        </p:nvSpPr>
        <p:spPr>
          <a:xfrm>
            <a:off x="277813" y="5008563"/>
            <a:ext cx="911225" cy="287337"/>
          </a:xfrm>
          <a:prstGeom prst="rect">
            <a:avLst/>
          </a:prstGeom>
        </p:spPr>
        <p:txBody>
          <a:bodyPr/>
          <a:lstStyle/>
          <a:p>
            <a:fld id="{9675B44F-6758-48E1-9605-37AD3352B7F8}" type="datetimeFigureOut">
              <a:t>9/30/2026</a:t>
            </a:fld>
            <a:endParaRPr/>
          </a:p>
        </p:txBody>
      </p:sp>
      <p:sp>
        <p:nvSpPr>
          <p:cNvPr id="5" name="Footer Placeholder 4">
            <a:extLst>
              <a:ext uri="{FF2B5EF4-FFF2-40B4-BE49-F238E27FC236}">
                <a16:creationId xmlns:a16="http://schemas.microsoft.com/office/drawing/2014/main" id="{0A800C53-D0DF-F3E9-211D-D13BA26DA3DF}"/>
              </a:ext>
            </a:extLst>
          </p:cNvPr>
          <p:cNvSpPr>
            <a:spLocks noGrp="1"/>
          </p:cNvSpPr>
          <p:nvPr>
            <p:ph type="ftr" idx="11"/>
          </p:nvPr>
        </p:nvSpPr>
        <p:spPr>
          <a:xfrm>
            <a:off x="1341438" y="5008563"/>
            <a:ext cx="1366837" cy="287337"/>
          </a:xfrm>
          <a:prstGeom prst="rect">
            <a:avLst/>
          </a:prstGeom>
        </p:spPr>
        <p:txBody>
          <a:bodyPr/>
          <a:lstStyle/>
          <a:p>
            <a:endParaRPr/>
          </a:p>
        </p:txBody>
      </p:sp>
      <p:sp>
        <p:nvSpPr>
          <p:cNvPr id="6" name="Slide Number Placeholder 5">
            <a:extLst>
              <a:ext uri="{FF2B5EF4-FFF2-40B4-BE49-F238E27FC236}">
                <a16:creationId xmlns:a16="http://schemas.microsoft.com/office/drawing/2014/main" id="{C11B545D-3E4B-4695-1CCF-A58D148D8ECF}"/>
              </a:ext>
            </a:extLst>
          </p:cNvPr>
          <p:cNvSpPr>
            <a:spLocks noGrp="1"/>
          </p:cNvSpPr>
          <p:nvPr>
            <p:ph type="sldNum" idx="12"/>
          </p:nvPr>
        </p:nvSpPr>
        <p:spPr>
          <a:xfrm>
            <a:off x="2860675" y="5008563"/>
            <a:ext cx="911225" cy="287337"/>
          </a:xfrm>
          <a:prstGeom prst="rect">
            <a:avLst/>
          </a:prstGeom>
        </p:spPr>
        <p:txBody>
          <a:bodyPr/>
          <a:lstStyle/>
          <a:p>
            <a:fld id="{EBF5F4D9-17BC-4A42-A882-0BD768814841}"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36080D2-ADF2-78F7-2389-1B7B4035075A}"/>
              </a:ext>
            </a:extLst>
          </p:cNvPr>
          <p:cNvSpPr>
            <a:spLocks noGrp="1"/>
          </p:cNvSpPr>
          <p:nvPr/>
        </p:nvSpPr>
        <p:spPr>
          <a:xfrm>
            <a:off x="0" y="0"/>
            <a:ext cx="4049713" cy="571956"/>
          </a:xfrm>
          <a:prstGeom prst="rect">
            <a:avLst/>
          </a:prstGeom>
          <a:solidFill>
            <a:srgbClr val="0E266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16A32F47-517C-DCB8-AA2C-88B4B8B7253B}"/>
              </a:ext>
            </a:extLst>
          </p:cNvPr>
          <p:cNvSpPr>
            <a:spLocks noGrp="1"/>
          </p:cNvSpPr>
          <p:nvPr/>
        </p:nvSpPr>
        <p:spPr>
          <a:xfrm>
            <a:off x="0" y="571956"/>
            <a:ext cx="4049713" cy="81146"/>
          </a:xfrm>
          <a:prstGeom prst="rect">
            <a:avLst/>
          </a:prstGeom>
          <a:gradFill>
            <a:gsLst>
              <a:gs pos="0">
                <a:srgbClr val="1207FF"/>
              </a:gs>
              <a:gs pos="0">
                <a:srgbClr val="57FCFF"/>
              </a:gs>
              <a:gs pos="100000">
                <a:srgbClr val="1311D5"/>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F943E097-B258-B440-5B7E-53A80A5679EA}"/>
              </a:ext>
            </a:extLst>
          </p:cNvPr>
          <p:cNvSpPr>
            <a:spLocks noGrp="1"/>
          </p:cNvSpPr>
          <p:nvPr/>
        </p:nvSpPr>
        <p:spPr>
          <a:xfrm>
            <a:off x="1" y="5224463"/>
            <a:ext cx="4049712" cy="179387"/>
          </a:xfrm>
          <a:prstGeom prst="rect">
            <a:avLst/>
          </a:prstGeom>
          <a:solidFill>
            <a:srgbClr val="0E2663"/>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0" name="Picture 9"/>
          <p:cNvPicPr>
            <a:picLocks noChangeAspect="1"/>
          </p:cNvPicPr>
          <p:nvPr/>
        </p:nvPicPr>
        <p:blipFill>
          <a:blip r:embed="rId13"/>
          <a:srcRect l="5198" t="35756" r="7352" b="35929"/>
          <a:stretch>
            <a:fillRect/>
          </a:stretch>
        </p:blipFill>
        <p:spPr>
          <a:xfrm>
            <a:off x="95182" y="58834"/>
            <a:ext cx="1836872" cy="474825"/>
          </a:xfrm>
          <a:prstGeom prst="rect">
            <a:avLst/>
          </a:prstGeom>
        </p:spPr>
      </p:pic>
      <p:pic>
        <p:nvPicPr>
          <p:cNvPr id="11" name="Picture 10"/>
          <p:cNvPicPr>
            <a:picLocks noChangeAspect="1"/>
          </p:cNvPicPr>
          <p:nvPr/>
        </p:nvPicPr>
        <p:blipFill>
          <a:blip r:embed="rId14">
            <a:alphaModFix amt="70000"/>
          </a:blip>
          <a:stretch>
            <a:fillRect/>
          </a:stretch>
        </p:blipFill>
        <p:spPr>
          <a:xfrm>
            <a:off x="0" y="2853213"/>
            <a:ext cx="4049713" cy="2279175"/>
          </a:xfrm>
          <a:prstGeom prst="rect">
            <a:avLst/>
          </a:prstGeom>
        </p:spPr>
      </p:pic>
      <p:sp>
        <p:nvSpPr>
          <p:cNvPr id="12" name="Straight Connector 11">
            <a:extLst>
              <a:ext uri="{FF2B5EF4-FFF2-40B4-BE49-F238E27FC236}">
                <a16:creationId xmlns:a16="http://schemas.microsoft.com/office/drawing/2014/main" id="{DE21C9EE-AE1A-40F0-A8B9-FA6690677B25}"/>
              </a:ext>
            </a:extLst>
          </p:cNvPr>
          <p:cNvSpPr>
            <a:spLocks noGrp="1"/>
          </p:cNvSpPr>
          <p:nvPr/>
        </p:nvSpPr>
        <p:spPr>
          <a:xfrm flipH="1">
            <a:off x="2027236" y="127972"/>
            <a:ext cx="1" cy="336550"/>
          </a:xfrm>
          <a:prstGeom prst="line">
            <a:avLst/>
          </a:prstGeom>
          <a:ln w="12700">
            <a:solidFill>
              <a:srgbClr val="57FBFF"/>
            </a:solidFill>
          </a:ln>
        </p:spPr>
        <p:style>
          <a:lnRef idx="2">
            <a:schemeClr val="accent1"/>
          </a:lnRef>
          <a:fillRef idx="0">
            <a:schemeClr val="accent1"/>
          </a:fillRef>
          <a:effectRef idx="1">
            <a:schemeClr val="accent1"/>
          </a:effectRef>
          <a:fontRef idx="minor">
            <a:schemeClr val="tx1"/>
          </a:fontRef>
        </p:style>
        <p:txBody>
          <a:body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1949">
          <a:solidFill>
            <a:schemeClr val="tx1"/>
          </a:solidFill>
          <a:latin typeface="+mj-lt"/>
          <a:ea typeface="+mj-lt"/>
          <a:cs typeface="+mj-lt"/>
        </a:defRPr>
      </a:lvl1pPr>
    </p:titleStyle>
    <p:bodyStyle>
      <a:lvl1pPr marL="101247" indent="-101247" algn="l">
        <a:lnSpc>
          <a:spcPct val="90000"/>
        </a:lnSpc>
        <a:spcBef>
          <a:spcPts val="443"/>
        </a:spcBef>
        <a:buChar char="•"/>
        <a:defRPr sz="1240">
          <a:solidFill>
            <a:schemeClr val="tx1"/>
          </a:solidFill>
          <a:latin typeface="+mn-lt"/>
          <a:ea typeface="+mn-lt"/>
          <a:cs typeface="+mn-lt"/>
        </a:defRPr>
      </a:lvl1pPr>
      <a:lvl2pPr marL="303741" indent="-101247" algn="l">
        <a:lnSpc>
          <a:spcPct val="90000"/>
        </a:lnSpc>
        <a:spcBef>
          <a:spcPts val="221"/>
        </a:spcBef>
        <a:buChar char="•"/>
        <a:defRPr sz="1063">
          <a:solidFill>
            <a:schemeClr val="tx1"/>
          </a:solidFill>
          <a:latin typeface="+mn-lt"/>
          <a:ea typeface="+mn-lt"/>
          <a:cs typeface="+mn-lt"/>
        </a:defRPr>
      </a:lvl2pPr>
      <a:lvl3pPr marL="506235" indent="-101247" algn="l">
        <a:lnSpc>
          <a:spcPct val="90000"/>
        </a:lnSpc>
        <a:spcBef>
          <a:spcPts val="221"/>
        </a:spcBef>
        <a:buChar char="•"/>
        <a:defRPr sz="886">
          <a:solidFill>
            <a:schemeClr val="tx1"/>
          </a:solidFill>
          <a:latin typeface="+mn-lt"/>
          <a:ea typeface="+mn-lt"/>
          <a:cs typeface="+mn-lt"/>
        </a:defRPr>
      </a:lvl3pPr>
      <a:lvl4pPr marL="708729" indent="-101247" algn="l">
        <a:lnSpc>
          <a:spcPct val="90000"/>
        </a:lnSpc>
        <a:spcBef>
          <a:spcPts val="221"/>
        </a:spcBef>
        <a:buChar char="•"/>
        <a:defRPr sz="797">
          <a:solidFill>
            <a:schemeClr val="tx1"/>
          </a:solidFill>
          <a:latin typeface="+mn-lt"/>
          <a:ea typeface="+mn-lt"/>
          <a:cs typeface="+mn-lt"/>
        </a:defRPr>
      </a:lvl4pPr>
      <a:lvl5pPr marL="911222" indent="-101247" algn="l">
        <a:lnSpc>
          <a:spcPct val="90000"/>
        </a:lnSpc>
        <a:spcBef>
          <a:spcPts val="221"/>
        </a:spcBef>
        <a:buChar char="•"/>
        <a:defRPr sz="797">
          <a:solidFill>
            <a:schemeClr val="tx1"/>
          </a:solidFill>
          <a:latin typeface="+mn-lt"/>
          <a:ea typeface="+mn-lt"/>
          <a:cs typeface="+mn-lt"/>
        </a:defRPr>
      </a:lvl5pPr>
      <a:lvl6pPr marL="1113716" indent="-101247" algn="l">
        <a:lnSpc>
          <a:spcPct val="90000"/>
        </a:lnSpc>
        <a:spcBef>
          <a:spcPts val="221"/>
        </a:spcBef>
        <a:buChar char="•"/>
        <a:defRPr sz="797">
          <a:solidFill>
            <a:schemeClr val="tx1"/>
          </a:solidFill>
          <a:latin typeface="+mn-lt"/>
          <a:ea typeface="+mn-lt"/>
          <a:cs typeface="+mn-lt"/>
        </a:defRPr>
      </a:lvl6pPr>
      <a:lvl7pPr marL="1316210" indent="-101247" algn="l">
        <a:lnSpc>
          <a:spcPct val="90000"/>
        </a:lnSpc>
        <a:spcBef>
          <a:spcPts val="221"/>
        </a:spcBef>
        <a:buChar char="•"/>
        <a:defRPr sz="797">
          <a:solidFill>
            <a:schemeClr val="tx1"/>
          </a:solidFill>
          <a:latin typeface="+mn-lt"/>
          <a:ea typeface="+mn-lt"/>
          <a:cs typeface="+mn-lt"/>
        </a:defRPr>
      </a:lvl7pPr>
      <a:lvl8pPr marL="1518704" indent="-101247" algn="l">
        <a:lnSpc>
          <a:spcPct val="90000"/>
        </a:lnSpc>
        <a:spcBef>
          <a:spcPts val="221"/>
        </a:spcBef>
        <a:buChar char="•"/>
        <a:defRPr sz="797">
          <a:solidFill>
            <a:schemeClr val="tx1"/>
          </a:solidFill>
          <a:latin typeface="+mn-lt"/>
          <a:ea typeface="+mn-lt"/>
          <a:cs typeface="+mn-lt"/>
        </a:defRPr>
      </a:lvl8pPr>
      <a:lvl9pPr marL="1721198" indent="-101247" algn="l">
        <a:lnSpc>
          <a:spcPct val="90000"/>
        </a:lnSpc>
        <a:spcBef>
          <a:spcPts val="221"/>
        </a:spcBef>
        <a:buChar char="•"/>
        <a:defRPr sz="797">
          <a:solidFill>
            <a:schemeClr val="tx1"/>
          </a:solidFill>
          <a:latin typeface="+mn-lt"/>
          <a:ea typeface="+mn-lt"/>
          <a:cs typeface="+mn-lt"/>
        </a:defRPr>
      </a:lvl9pPr>
    </p:bodyStyle>
    <p:otherStyle>
      <a:lvl1pPr marL="0" algn="l">
        <a:buNone/>
        <a:defRPr sz="797">
          <a:solidFill>
            <a:schemeClr val="tx1"/>
          </a:solidFill>
          <a:latin typeface="+mn-lt"/>
          <a:ea typeface="+mn-lt"/>
          <a:cs typeface="+mn-lt"/>
        </a:defRPr>
      </a:lvl1pPr>
      <a:lvl2pPr marL="202494" algn="l">
        <a:buNone/>
        <a:defRPr sz="797">
          <a:solidFill>
            <a:schemeClr val="tx1"/>
          </a:solidFill>
          <a:latin typeface="+mn-lt"/>
          <a:ea typeface="+mn-lt"/>
          <a:cs typeface="+mn-lt"/>
        </a:defRPr>
      </a:lvl2pPr>
      <a:lvl3pPr marL="404988" algn="l">
        <a:buNone/>
        <a:defRPr sz="797">
          <a:solidFill>
            <a:schemeClr val="tx1"/>
          </a:solidFill>
          <a:latin typeface="+mn-lt"/>
          <a:ea typeface="+mn-lt"/>
          <a:cs typeface="+mn-lt"/>
        </a:defRPr>
      </a:lvl3pPr>
      <a:lvl4pPr marL="607482" algn="l">
        <a:buNone/>
        <a:defRPr sz="797">
          <a:solidFill>
            <a:schemeClr val="tx1"/>
          </a:solidFill>
          <a:latin typeface="+mn-lt"/>
          <a:ea typeface="+mn-lt"/>
          <a:cs typeface="+mn-lt"/>
        </a:defRPr>
      </a:lvl4pPr>
      <a:lvl5pPr marL="809976" algn="l">
        <a:buNone/>
        <a:defRPr sz="797">
          <a:solidFill>
            <a:schemeClr val="tx1"/>
          </a:solidFill>
          <a:latin typeface="+mn-lt"/>
          <a:ea typeface="+mn-lt"/>
          <a:cs typeface="+mn-lt"/>
        </a:defRPr>
      </a:lvl5pPr>
      <a:lvl6pPr marL="1012469" algn="l">
        <a:buNone/>
        <a:defRPr sz="797">
          <a:solidFill>
            <a:schemeClr val="tx1"/>
          </a:solidFill>
          <a:latin typeface="+mn-lt"/>
          <a:ea typeface="+mn-lt"/>
          <a:cs typeface="+mn-lt"/>
        </a:defRPr>
      </a:lvl6pPr>
      <a:lvl7pPr marL="1214963" algn="l">
        <a:buNone/>
        <a:defRPr sz="797">
          <a:solidFill>
            <a:schemeClr val="tx1"/>
          </a:solidFill>
          <a:latin typeface="+mn-lt"/>
          <a:ea typeface="+mn-lt"/>
          <a:cs typeface="+mn-lt"/>
        </a:defRPr>
      </a:lvl7pPr>
      <a:lvl8pPr marL="1417457" algn="l">
        <a:buNone/>
        <a:defRPr sz="797">
          <a:solidFill>
            <a:schemeClr val="tx1"/>
          </a:solidFill>
          <a:latin typeface="+mn-lt"/>
          <a:ea typeface="+mn-lt"/>
          <a:cs typeface="+mn-lt"/>
        </a:defRPr>
      </a:lvl8pPr>
      <a:lvl9pPr marL="1619951" algn="l">
        <a:buNone/>
        <a:defRPr sz="797">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CB080C-0AEE-F744-C0E9-FBE830E05F0B}"/>
              </a:ext>
            </a:extLst>
          </p:cNvPr>
          <p:cNvSpPr>
            <a:spLocks noGrp="1"/>
          </p:cNvSpPr>
          <p:nvPr/>
        </p:nvSpPr>
        <p:spPr>
          <a:xfrm>
            <a:off x="0" y="0"/>
            <a:ext cx="4049713" cy="571956"/>
          </a:xfrm>
          <a:prstGeom prst="rect">
            <a:avLst/>
          </a:prstGeom>
          <a:solidFill>
            <a:srgbClr val="0E266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90D0D7BC-BA77-B2E7-8D8B-19E11811AA9A}"/>
              </a:ext>
            </a:extLst>
          </p:cNvPr>
          <p:cNvSpPr>
            <a:spLocks noGrp="1"/>
          </p:cNvSpPr>
          <p:nvPr/>
        </p:nvSpPr>
        <p:spPr>
          <a:xfrm>
            <a:off x="0" y="571956"/>
            <a:ext cx="4049713" cy="81146"/>
          </a:xfrm>
          <a:prstGeom prst="rect">
            <a:avLst/>
          </a:prstGeom>
          <a:gradFill>
            <a:gsLst>
              <a:gs pos="0">
                <a:srgbClr val="1207FF"/>
              </a:gs>
              <a:gs pos="0">
                <a:srgbClr val="57FCFF"/>
              </a:gs>
              <a:gs pos="100000">
                <a:srgbClr val="1311D5"/>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C9AD872A-3114-2566-61CD-C5307911F337}"/>
              </a:ext>
            </a:extLst>
          </p:cNvPr>
          <p:cNvSpPr>
            <a:spLocks noGrp="1"/>
          </p:cNvSpPr>
          <p:nvPr/>
        </p:nvSpPr>
        <p:spPr>
          <a:xfrm>
            <a:off x="1" y="5224463"/>
            <a:ext cx="4049712" cy="179387"/>
          </a:xfrm>
          <a:prstGeom prst="rect">
            <a:avLst/>
          </a:prstGeom>
          <a:solidFill>
            <a:srgbClr val="0E2663"/>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0" name="Picture 9"/>
          <p:cNvPicPr>
            <a:picLocks noChangeAspect="1"/>
          </p:cNvPicPr>
          <p:nvPr/>
        </p:nvPicPr>
        <p:blipFill>
          <a:blip r:embed="rId13"/>
          <a:srcRect l="5198" t="35756" r="7352" b="35929"/>
          <a:stretch>
            <a:fillRect/>
          </a:stretch>
        </p:blipFill>
        <p:spPr>
          <a:xfrm>
            <a:off x="95182" y="58834"/>
            <a:ext cx="1836872" cy="474825"/>
          </a:xfrm>
          <a:prstGeom prst="rect">
            <a:avLst/>
          </a:prstGeom>
        </p:spPr>
      </p:pic>
      <p:pic>
        <p:nvPicPr>
          <p:cNvPr id="11" name="Picture 10"/>
          <p:cNvPicPr>
            <a:picLocks noChangeAspect="1"/>
          </p:cNvPicPr>
          <p:nvPr/>
        </p:nvPicPr>
        <p:blipFill>
          <a:blip r:embed="rId14">
            <a:alphaModFix amt="70000"/>
          </a:blip>
          <a:stretch>
            <a:fillRect/>
          </a:stretch>
        </p:blipFill>
        <p:spPr>
          <a:xfrm>
            <a:off x="0" y="2853213"/>
            <a:ext cx="4049713" cy="2279175"/>
          </a:xfrm>
          <a:prstGeom prst="rect">
            <a:avLst/>
          </a:prstGeom>
        </p:spPr>
      </p:pic>
      <p:sp>
        <p:nvSpPr>
          <p:cNvPr id="12" name="Straight Connector 11">
            <a:extLst>
              <a:ext uri="{FF2B5EF4-FFF2-40B4-BE49-F238E27FC236}">
                <a16:creationId xmlns:a16="http://schemas.microsoft.com/office/drawing/2014/main" id="{65FF8BA6-14D4-469D-9315-A2D5BAD3BCAA}"/>
              </a:ext>
            </a:extLst>
          </p:cNvPr>
          <p:cNvSpPr>
            <a:spLocks noGrp="1"/>
          </p:cNvSpPr>
          <p:nvPr/>
        </p:nvSpPr>
        <p:spPr>
          <a:xfrm flipH="1">
            <a:off x="2027236" y="127972"/>
            <a:ext cx="1" cy="336550"/>
          </a:xfrm>
          <a:prstGeom prst="line">
            <a:avLst/>
          </a:prstGeom>
          <a:ln w="12700">
            <a:solidFill>
              <a:srgbClr val="57FBFF"/>
            </a:solidFill>
          </a:ln>
        </p:spPr>
        <p:style>
          <a:lnRef idx="2">
            <a:schemeClr val="accent1"/>
          </a:lnRef>
          <a:fillRef idx="0">
            <a:schemeClr val="accent1"/>
          </a:fillRef>
          <a:effectRef idx="1">
            <a:schemeClr val="accent1"/>
          </a:effectRef>
          <a:fontRef idx="minor">
            <a:schemeClr val="tx1"/>
          </a:fontRef>
        </p:style>
        <p:txBody>
          <a:bodyPr/>
          <a:lstStyle/>
          <a:p>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CBE94A-C0E2-B658-69E4-AEA4F370E208}"/>
              </a:ext>
            </a:extLst>
          </p:cNvPr>
          <p:cNvSpPr>
            <a:spLocks noGrp="1"/>
          </p:cNvSpPr>
          <p:nvPr/>
        </p:nvSpPr>
        <p:spPr>
          <a:xfrm>
            <a:off x="2180378" y="154517"/>
            <a:ext cx="1667722" cy="307777"/>
          </a:xfrm>
          <a:prstGeom prst="rect">
            <a:avLst/>
          </a:prstGeom>
          <a:noFill/>
        </p:spPr>
        <p:txBody>
          <a:bodyPr wrap="square" lIns="0" tIns="0" rIns="0" bIns="0" anchor="t">
            <a:spAutoFit/>
          </a:bodyPr>
          <a:lstStyle/>
          <a:p>
            <a:pPr algn="just">
              <a:buNone/>
            </a:pPr>
            <a:r>
              <a:rPr sz="500" b="1">
                <a:solidFill>
                  <a:srgbClr val="FFFFFF"/>
                </a:solidFill>
                <a:latin typeface="Aptos"/>
                <a:ea typeface="Aptos"/>
                <a:cs typeface="Aptos"/>
              </a:rPr>
              <a:t>Authors</a:t>
            </a:r>
            <a:r>
              <a:rPr sz="500">
                <a:solidFill>
                  <a:srgbClr val="FFFFFF"/>
                </a:solidFill>
                <a:latin typeface="Aptos"/>
                <a:ea typeface="Aptos"/>
                <a:cs typeface="Aptos"/>
              </a:rPr>
              <a:t>: N. Werghi, D. Velayudhan, A. Ismaik, F. Alzarooni, </a:t>
            </a:r>
          </a:p>
          <a:p>
            <a:pPr algn="just">
              <a:buNone/>
            </a:pPr>
            <a:r>
              <a:rPr sz="500">
                <a:solidFill>
                  <a:srgbClr val="FFFFFF"/>
                </a:solidFill>
                <a:latin typeface="Aptos"/>
                <a:ea typeface="Aptos"/>
                <a:cs typeface="Aptos"/>
              </a:rPr>
              <a:t>A. Alshamsi, A. Almansoori, M. Arwani, H. Sharma</a:t>
            </a:r>
          </a:p>
          <a:p>
            <a:pPr algn="just">
              <a:buNone/>
            </a:pPr>
            <a:endParaRPr sz="500">
              <a:solidFill>
                <a:srgbClr val="FFFFFF"/>
              </a:solidFill>
              <a:latin typeface="Aptos"/>
              <a:ea typeface="Aptos"/>
              <a:cs typeface="Aptos"/>
            </a:endParaRPr>
          </a:p>
          <a:p>
            <a:pPr algn="just">
              <a:buNone/>
            </a:pPr>
            <a:r>
              <a:rPr sz="500" b="1">
                <a:solidFill>
                  <a:srgbClr val="FFFFFF"/>
                </a:solidFill>
                <a:latin typeface="Aptos"/>
                <a:ea typeface="Aptos"/>
                <a:cs typeface="Aptos"/>
              </a:rPr>
              <a:t>Affiliation</a:t>
            </a:r>
            <a:r>
              <a:rPr sz="500">
                <a:solidFill>
                  <a:srgbClr val="FFFFFF"/>
                </a:solidFill>
                <a:latin typeface="Aptos"/>
                <a:ea typeface="Aptos"/>
                <a:cs typeface="Aptos"/>
              </a:rPr>
              <a:t>: Khalifa University</a:t>
            </a:r>
          </a:p>
        </p:txBody>
      </p:sp>
      <p:sp>
        <p:nvSpPr>
          <p:cNvPr id="6" name="TextBox 5">
            <a:extLst>
              <a:ext uri="{FF2B5EF4-FFF2-40B4-BE49-F238E27FC236}">
                <a16:creationId xmlns:a16="http://schemas.microsoft.com/office/drawing/2014/main" id="{1FC922FA-F9B4-AD30-C8E0-FE17D89EA431}"/>
              </a:ext>
            </a:extLst>
          </p:cNvPr>
          <p:cNvSpPr>
            <a:spLocks noGrp="1"/>
          </p:cNvSpPr>
          <p:nvPr/>
        </p:nvSpPr>
        <p:spPr>
          <a:xfrm>
            <a:off x="88900" y="5270500"/>
            <a:ext cx="1270000" cy="114300"/>
          </a:xfrm>
          <a:prstGeom prst="rect">
            <a:avLst/>
          </a:prstGeom>
          <a:noFill/>
        </p:spPr>
        <p:txBody>
          <a:bodyPr wrap="square" lIns="0" tIns="0" rIns="0" bIns="0" anchor="t">
            <a:spAutoFit/>
          </a:bodyPr>
          <a:lstStyle/>
          <a:p>
            <a:pPr algn="l">
              <a:buNone/>
            </a:pPr>
            <a:r>
              <a:rPr sz="700">
                <a:solidFill>
                  <a:srgbClr val="FFFFFF"/>
                </a:solidFill>
                <a:latin typeface="Aptos"/>
                <a:ea typeface="Aptos"/>
                <a:cs typeface="Aptos"/>
              </a:rPr>
              <a:t>6G MENA 2026</a:t>
            </a:r>
          </a:p>
        </p:txBody>
      </p:sp>
      <p:sp>
        <p:nvSpPr>
          <p:cNvPr id="8" name="TextBox 7">
            <a:extLst>
              <a:ext uri="{FF2B5EF4-FFF2-40B4-BE49-F238E27FC236}">
                <a16:creationId xmlns:a16="http://schemas.microsoft.com/office/drawing/2014/main" id="{250CA76E-6EFA-97EC-BC15-759058B36CCD}"/>
              </a:ext>
            </a:extLst>
          </p:cNvPr>
          <p:cNvSpPr>
            <a:spLocks noGrp="1"/>
          </p:cNvSpPr>
          <p:nvPr/>
        </p:nvSpPr>
        <p:spPr>
          <a:xfrm>
            <a:off x="2184400" y="5270500"/>
            <a:ext cx="1778000" cy="114300"/>
          </a:xfrm>
          <a:prstGeom prst="rect">
            <a:avLst/>
          </a:prstGeom>
          <a:noFill/>
        </p:spPr>
        <p:txBody>
          <a:bodyPr wrap="square" lIns="0" tIns="0" rIns="0" bIns="0" anchor="t">
            <a:spAutoFit/>
          </a:bodyPr>
          <a:lstStyle/>
          <a:p>
            <a:pPr algn="r">
              <a:buNone/>
            </a:pPr>
            <a:r>
              <a:rPr sz="700">
                <a:solidFill>
                  <a:srgbClr val="FFFFFF"/>
                </a:solidFill>
                <a:latin typeface="Aptos"/>
                <a:ea typeface="Aptos"/>
                <a:cs typeface="Aptos"/>
              </a:rPr>
              <a:t>19–20 October 2026</a:t>
            </a:r>
          </a:p>
        </p:txBody>
      </p:sp>
      <p:sp>
        <p:nvSpPr>
          <p:cNvPr id="9" name="Poster title">
            <a:extLst>
              <a:ext uri="{FF2B5EF4-FFF2-40B4-BE49-F238E27FC236}">
                <a16:creationId xmlns:a16="http://schemas.microsoft.com/office/drawing/2014/main" id="{A45F8852-9F2B-47D1-955F-5725A1B27D75}"/>
              </a:ext>
            </a:extLst>
          </p:cNvPr>
          <p:cNvSpPr>
            <a:spLocks noGrp="1"/>
          </p:cNvSpPr>
          <p:nvPr/>
        </p:nvSpPr>
        <p:spPr>
          <a:xfrm>
            <a:off x="152400" y="723900"/>
            <a:ext cx="3416300" cy="215900"/>
          </a:xfrm>
          <a:prstGeom prst="rect">
            <a:avLst/>
          </a:prstGeom>
          <a:solidFill>
            <a:srgbClr val="000000">
              <a:alpha val="0"/>
            </a:srgbClr>
          </a:solidFill>
          <a:ln w="0">
            <a:solidFill>
              <a:srgbClr val="000000">
                <a:alpha val="0"/>
              </a:srgbClr>
            </a:solidFill>
          </a:ln>
        </p:spPr>
        <p:txBody>
          <a:bodyPr lIns="0" tIns="0" rIns="0" bIns="0" anchor="t"/>
          <a:lstStyle/>
          <a:p>
            <a:pPr algn="l">
              <a:buNone/>
              <a:defRPr sz="1240" b="1">
                <a:solidFill>
                  <a:srgbClr val="11285F"/>
                </a:solidFill>
                <a:latin typeface="Aptos"/>
                <a:ea typeface="Aptos"/>
                <a:cs typeface="Aptos"/>
              </a:defRPr>
            </a:pPr>
            <a:r>
              <a:rPr sz="1240" b="1">
                <a:solidFill>
                  <a:srgbClr val="11285F"/>
                </a:solidFill>
                <a:latin typeface="Aptos"/>
                <a:ea typeface="Aptos"/>
                <a:cs typeface="Aptos"/>
              </a:rPr>
              <a:t>Explosive Detection within and Across Baggage</a:t>
            </a:r>
          </a:p>
        </p:txBody>
      </p:sp>
      <p:pic>
        <p:nvPicPr>
          <p:cNvPr id="10" name="Picture 9"/>
          <p:cNvPicPr>
            <a:picLocks noChangeAspect="1"/>
          </p:cNvPicPr>
          <p:nvPr/>
        </p:nvPicPr>
        <p:blipFill>
          <a:blip r:embed="rId3"/>
          <a:stretch/>
        </p:blipFill>
        <p:spPr>
          <a:xfrm>
            <a:off x="3632200" y="708660"/>
            <a:ext cx="215900" cy="215900"/>
          </a:xfrm>
          <a:prstGeom prst="rect">
            <a:avLst/>
          </a:prstGeom>
        </p:spPr>
      </p:pic>
      <p:sp>
        <p:nvSpPr>
          <p:cNvPr id="11" name="Introduction heading">
            <a:extLst>
              <a:ext uri="{FF2B5EF4-FFF2-40B4-BE49-F238E27FC236}">
                <a16:creationId xmlns:a16="http://schemas.microsoft.com/office/drawing/2014/main" id="{B44755E8-CEC8-49C1-9C33-EB42D328EA20}"/>
              </a:ext>
            </a:extLst>
          </p:cNvPr>
          <p:cNvSpPr>
            <a:spLocks noGrp="1"/>
          </p:cNvSpPr>
          <p:nvPr/>
        </p:nvSpPr>
        <p:spPr>
          <a:xfrm>
            <a:off x="152400" y="930910"/>
            <a:ext cx="3733800" cy="139700"/>
          </a:xfrm>
          <a:prstGeom prst="rect">
            <a:avLst/>
          </a:prstGeom>
          <a:solidFill>
            <a:srgbClr val="000000">
              <a:alpha val="0"/>
            </a:srgbClr>
          </a:solidFill>
          <a:ln w="0">
            <a:solidFill>
              <a:srgbClr val="000000">
                <a:alpha val="0"/>
              </a:srgbClr>
            </a:solidFill>
          </a:ln>
        </p:spPr>
        <p:txBody>
          <a:bodyPr lIns="0" tIns="0" rIns="0" bIns="0" anchor="t"/>
          <a:lstStyle/>
          <a:p>
            <a:pPr algn="l">
              <a:buNone/>
              <a:defRPr sz="830" b="1">
                <a:solidFill>
                  <a:srgbClr val="11285F"/>
                </a:solidFill>
                <a:latin typeface="Aptos"/>
                <a:ea typeface="Aptos"/>
                <a:cs typeface="Aptos"/>
              </a:defRPr>
            </a:pPr>
            <a:r>
              <a:rPr sz="830" b="1">
                <a:solidFill>
                  <a:srgbClr val="11285F"/>
                </a:solidFill>
                <a:latin typeface="Aptos"/>
                <a:ea typeface="Aptos"/>
                <a:cs typeface="Aptos"/>
              </a:rPr>
              <a:t>01  Introduction and Objectives</a:t>
            </a:r>
          </a:p>
        </p:txBody>
      </p:sp>
      <p:sp>
        <p:nvSpPr>
          <p:cNvPr id="12" name="Introduction heading rule">
            <a:extLst>
              <a:ext uri="{FF2B5EF4-FFF2-40B4-BE49-F238E27FC236}">
                <a16:creationId xmlns:a16="http://schemas.microsoft.com/office/drawing/2014/main" id="{3BBC9BAC-BFEA-44B7-BF31-79596D8D5E53}"/>
              </a:ext>
            </a:extLst>
          </p:cNvPr>
          <p:cNvSpPr>
            <a:spLocks noGrp="1"/>
          </p:cNvSpPr>
          <p:nvPr/>
        </p:nvSpPr>
        <p:spPr>
          <a:xfrm>
            <a:off x="152400" y="1070610"/>
            <a:ext cx="3733800" cy="3810"/>
          </a:xfrm>
          <a:prstGeom prst="rect">
            <a:avLst/>
          </a:prstGeom>
          <a:solidFill>
            <a:srgbClr val="BDCFE0"/>
          </a:solidFill>
          <a:ln w="0">
            <a:solidFill>
              <a:srgbClr val="000000">
                <a:alpha val="0"/>
              </a:srgbClr>
            </a:solidFill>
          </a:ln>
        </p:spPr>
        <p:txBody>
          <a:bodyPr/>
          <a:lstStyle/>
          <a:p>
            <a:endParaRPr/>
          </a:p>
        </p:txBody>
      </p:sp>
      <p:sp>
        <p:nvSpPr>
          <p:cNvPr id="13" name="Introduction">
            <a:extLst>
              <a:ext uri="{FF2B5EF4-FFF2-40B4-BE49-F238E27FC236}">
                <a16:creationId xmlns:a16="http://schemas.microsoft.com/office/drawing/2014/main" id="{A6D58843-B759-4107-B767-45689B72C35D}"/>
              </a:ext>
            </a:extLst>
          </p:cNvPr>
          <p:cNvSpPr>
            <a:spLocks noGrp="1"/>
          </p:cNvSpPr>
          <p:nvPr/>
        </p:nvSpPr>
        <p:spPr>
          <a:xfrm>
            <a:off x="152400" y="1121410"/>
            <a:ext cx="3733800" cy="317500"/>
          </a:xfrm>
          <a:prstGeom prst="rect">
            <a:avLst/>
          </a:prstGeom>
          <a:solidFill>
            <a:srgbClr val="000000">
              <a:alpha val="0"/>
            </a:srgbClr>
          </a:solidFill>
          <a:ln w="0">
            <a:solidFill>
              <a:srgbClr val="000000">
                <a:alpha val="0"/>
              </a:srgbClr>
            </a:solidFill>
          </a:ln>
        </p:spPr>
        <p:txBody>
          <a:bodyPr lIns="0" tIns="0" rIns="0" bIns="0" anchor="t"/>
          <a:lstStyle/>
          <a:p>
            <a:pPr algn="just">
              <a:buNone/>
              <a:defRPr sz="530" b="0">
                <a:solidFill>
                  <a:srgbClr val="20354A"/>
                </a:solidFill>
                <a:latin typeface="Aptos"/>
                <a:ea typeface="Aptos"/>
                <a:cs typeface="Aptos"/>
              </a:defRPr>
            </a:pPr>
            <a:r>
              <a:rPr sz="530" b="0">
                <a:solidFill>
                  <a:srgbClr val="20354A"/>
                </a:solidFill>
                <a:latin typeface="Aptos"/>
                <a:ea typeface="Aptos"/>
                <a:cs typeface="Aptos"/>
              </a:rPr>
              <a:t>RayGuard addresses two complementary screening problems: concealed threats inside a single bag and component evidence distributed across related packages. Clutter, overlap and small targets complicate both. Guided by the SDP proposal, we combine localization, structured evidence and operator review, drawing on IEDXray and FALCON [1–3].</a:t>
            </a:r>
          </a:p>
        </p:txBody>
      </p:sp>
      <p:sp>
        <p:nvSpPr>
          <p:cNvPr id="14" name="P1 problem title">
            <a:extLst>
              <a:ext uri="{FF2B5EF4-FFF2-40B4-BE49-F238E27FC236}">
                <a16:creationId xmlns:a16="http://schemas.microsoft.com/office/drawing/2014/main" id="{6872AF90-63A2-4475-A735-D26C2434B7A9}"/>
              </a:ext>
            </a:extLst>
          </p:cNvPr>
          <p:cNvSpPr>
            <a:spLocks noGrp="1"/>
          </p:cNvSpPr>
          <p:nvPr/>
        </p:nvSpPr>
        <p:spPr>
          <a:xfrm>
            <a:off x="152400" y="1361440"/>
            <a:ext cx="1790700" cy="114300"/>
          </a:xfrm>
          <a:prstGeom prst="rect">
            <a:avLst/>
          </a:prstGeom>
          <a:solidFill>
            <a:srgbClr val="000000">
              <a:alpha val="0"/>
            </a:srgbClr>
          </a:solidFill>
          <a:ln w="0">
            <a:solidFill>
              <a:srgbClr val="000000">
                <a:alpha val="0"/>
              </a:srgbClr>
            </a:solidFill>
          </a:ln>
        </p:spPr>
        <p:txBody>
          <a:bodyPr lIns="0" tIns="0" rIns="0" bIns="0" anchor="t"/>
          <a:lstStyle/>
          <a:p>
            <a:pPr algn="l">
              <a:buNone/>
              <a:defRPr sz="650" b="1">
                <a:solidFill>
                  <a:srgbClr val="2462C6"/>
                </a:solidFill>
                <a:latin typeface="Aptos"/>
                <a:ea typeface="Aptos"/>
                <a:cs typeface="Aptos"/>
              </a:defRPr>
            </a:pPr>
            <a:r>
              <a:rPr sz="650" b="1">
                <a:solidFill>
                  <a:srgbClr val="2462C6"/>
                </a:solidFill>
                <a:latin typeface="Aptos"/>
                <a:ea typeface="Aptos"/>
                <a:cs typeface="Aptos"/>
              </a:rPr>
              <a:t>P1  |  Concealed threats within one bag</a:t>
            </a:r>
          </a:p>
        </p:txBody>
      </p:sp>
      <p:sp>
        <p:nvSpPr>
          <p:cNvPr id="15" name="P1 problem and objective">
            <a:extLst>
              <a:ext uri="{FF2B5EF4-FFF2-40B4-BE49-F238E27FC236}">
                <a16:creationId xmlns:a16="http://schemas.microsoft.com/office/drawing/2014/main" id="{6CD53C94-84F7-4F40-9C24-1A28A37F9DAB}"/>
              </a:ext>
            </a:extLst>
          </p:cNvPr>
          <p:cNvSpPr>
            <a:spLocks noGrp="1"/>
          </p:cNvSpPr>
          <p:nvPr/>
        </p:nvSpPr>
        <p:spPr>
          <a:xfrm>
            <a:off x="152400" y="1475740"/>
            <a:ext cx="1790700" cy="419100"/>
          </a:xfrm>
          <a:prstGeom prst="rect">
            <a:avLst/>
          </a:prstGeom>
          <a:solidFill>
            <a:srgbClr val="000000">
              <a:alpha val="0"/>
            </a:srgbClr>
          </a:solidFill>
          <a:ln w="0">
            <a:solidFill>
              <a:srgbClr val="000000">
                <a:alpha val="0"/>
              </a:srgbClr>
            </a:solidFill>
          </a:ln>
        </p:spPr>
        <p:txBody>
          <a:bodyPr lIns="0" tIns="0" rIns="0" bIns="0" anchor="t"/>
          <a:lstStyle/>
          <a:p>
            <a:pPr algn="just">
              <a:buNone/>
              <a:defRPr sz="510" b="0">
                <a:solidFill>
                  <a:srgbClr val="20354A"/>
                </a:solidFill>
                <a:latin typeface="Aptos"/>
                <a:ea typeface="Aptos"/>
                <a:cs typeface="Aptos"/>
              </a:defRPr>
            </a:pPr>
            <a:r>
              <a:rPr sz="510" b="0">
                <a:solidFill>
                  <a:srgbClr val="20354A"/>
                </a:solidFill>
                <a:latin typeface="Aptos"/>
                <a:ea typeface="Aptos"/>
                <a:cs typeface="Aptos"/>
              </a:rPr>
              <a:t>Identify electronic devices and localize suspicious regions despite concealment and overlap. Our objective is to connect each region to its host and support an interpretable review. IEDXray provides 17,360 RGB scans and separate device, generic-explosive and specific-explosive detection tasks [1,3].</a:t>
            </a:r>
          </a:p>
        </p:txBody>
      </p:sp>
      <p:sp>
        <p:nvSpPr>
          <p:cNvPr id="16" name="P2 problem title">
            <a:extLst>
              <a:ext uri="{FF2B5EF4-FFF2-40B4-BE49-F238E27FC236}">
                <a16:creationId xmlns:a16="http://schemas.microsoft.com/office/drawing/2014/main" id="{1B44D1C6-AD24-47D9-824A-7429A3B4A774}"/>
              </a:ext>
            </a:extLst>
          </p:cNvPr>
          <p:cNvSpPr>
            <a:spLocks noGrp="1"/>
          </p:cNvSpPr>
          <p:nvPr/>
        </p:nvSpPr>
        <p:spPr>
          <a:xfrm>
            <a:off x="2108200" y="1361440"/>
            <a:ext cx="1778000" cy="114300"/>
          </a:xfrm>
          <a:prstGeom prst="rect">
            <a:avLst/>
          </a:prstGeom>
          <a:solidFill>
            <a:srgbClr val="000000">
              <a:alpha val="0"/>
            </a:srgbClr>
          </a:solidFill>
          <a:ln w="0">
            <a:solidFill>
              <a:srgbClr val="000000">
                <a:alpha val="0"/>
              </a:srgbClr>
            </a:solidFill>
          </a:ln>
        </p:spPr>
        <p:txBody>
          <a:bodyPr lIns="0" tIns="0" rIns="0" bIns="0" anchor="t"/>
          <a:lstStyle/>
          <a:p>
            <a:pPr algn="l">
              <a:buNone/>
              <a:defRPr sz="650" b="1">
                <a:solidFill>
                  <a:srgbClr val="007C88"/>
                </a:solidFill>
                <a:latin typeface="Aptos"/>
                <a:ea typeface="Aptos"/>
                <a:cs typeface="Aptos"/>
              </a:defRPr>
            </a:pPr>
            <a:r>
              <a:rPr sz="650" b="1">
                <a:solidFill>
                  <a:srgbClr val="007C88"/>
                </a:solidFill>
                <a:latin typeface="Aptos"/>
                <a:ea typeface="Aptos"/>
                <a:cs typeface="Aptos"/>
              </a:rPr>
              <a:t>P2  |  Evidence across related packages</a:t>
            </a:r>
          </a:p>
        </p:txBody>
      </p:sp>
      <p:sp>
        <p:nvSpPr>
          <p:cNvPr id="17" name="P2 problem and objective">
            <a:extLst>
              <a:ext uri="{FF2B5EF4-FFF2-40B4-BE49-F238E27FC236}">
                <a16:creationId xmlns:a16="http://schemas.microsoft.com/office/drawing/2014/main" id="{950EAC86-F738-4978-BACB-21D65248CAEC}"/>
              </a:ext>
            </a:extLst>
          </p:cNvPr>
          <p:cNvSpPr>
            <a:spLocks noGrp="1"/>
          </p:cNvSpPr>
          <p:nvPr/>
        </p:nvSpPr>
        <p:spPr>
          <a:xfrm>
            <a:off x="2108200" y="1475740"/>
            <a:ext cx="1778000" cy="419100"/>
          </a:xfrm>
          <a:prstGeom prst="rect">
            <a:avLst/>
          </a:prstGeom>
          <a:solidFill>
            <a:srgbClr val="000000">
              <a:alpha val="0"/>
            </a:srgbClr>
          </a:solidFill>
          <a:ln w="0">
            <a:solidFill>
              <a:srgbClr val="000000">
                <a:alpha val="0"/>
              </a:srgbClr>
            </a:solidFill>
          </a:ln>
        </p:spPr>
        <p:txBody>
          <a:bodyPr lIns="0" tIns="0" rIns="0" bIns="0" anchor="t"/>
          <a:lstStyle/>
          <a:p>
            <a:pPr algn="just">
              <a:buNone/>
              <a:defRPr sz="510" b="0">
                <a:solidFill>
                  <a:srgbClr val="20354A"/>
                </a:solidFill>
                <a:latin typeface="Aptos"/>
                <a:ea typeface="Aptos"/>
                <a:cs typeface="Aptos"/>
              </a:defRPr>
            </a:pPr>
            <a:r>
              <a:rPr sz="510" b="0">
                <a:solidFill>
                  <a:srgbClr val="20354A"/>
                </a:solidFill>
                <a:latin typeface="Aptos"/>
                <a:ea typeface="Aptos"/>
                <a:cs typeface="Aptos"/>
              </a:rPr>
              <a:t>Components may be spread across related bags, leaving each scan with only part of the evidence. We aim to combine findings using verified case membership. FALCON motivates functional reasoning; extending it across packages requires grouped data and evaluation [2,3].</a:t>
            </a:r>
          </a:p>
        </p:txBody>
      </p:sp>
      <p:sp>
        <p:nvSpPr>
          <p:cNvPr id="18" name="Methods heading">
            <a:extLst>
              <a:ext uri="{FF2B5EF4-FFF2-40B4-BE49-F238E27FC236}">
                <a16:creationId xmlns:a16="http://schemas.microsoft.com/office/drawing/2014/main" id="{0B3E233D-51FD-4C74-BC3E-511BAC53DC9A}"/>
              </a:ext>
            </a:extLst>
          </p:cNvPr>
          <p:cNvSpPr>
            <a:spLocks noGrp="1"/>
          </p:cNvSpPr>
          <p:nvPr/>
        </p:nvSpPr>
        <p:spPr>
          <a:xfrm>
            <a:off x="152400" y="1896110"/>
            <a:ext cx="3733800" cy="127000"/>
          </a:xfrm>
          <a:prstGeom prst="rect">
            <a:avLst/>
          </a:prstGeom>
          <a:solidFill>
            <a:srgbClr val="000000">
              <a:alpha val="0"/>
            </a:srgbClr>
          </a:solidFill>
          <a:ln w="0">
            <a:solidFill>
              <a:srgbClr val="000000">
                <a:alpha val="0"/>
              </a:srgbClr>
            </a:solidFill>
          </a:ln>
        </p:spPr>
        <p:txBody>
          <a:bodyPr lIns="0" tIns="0" rIns="0" bIns="0" anchor="t"/>
          <a:lstStyle/>
          <a:p>
            <a:pPr algn="l">
              <a:buNone/>
              <a:defRPr sz="830" b="1">
                <a:solidFill>
                  <a:srgbClr val="11285F"/>
                </a:solidFill>
                <a:latin typeface="Aptos"/>
                <a:ea typeface="Aptos"/>
                <a:cs typeface="Aptos"/>
              </a:defRPr>
            </a:pPr>
            <a:r>
              <a:rPr sz="730" b="1">
                <a:solidFill>
                  <a:srgbClr val="11285F"/>
                </a:solidFill>
                <a:latin typeface="Aptos"/>
                <a:ea typeface="Aptos"/>
                <a:cs typeface="Aptos"/>
              </a:rPr>
              <a:t>02  Methods and working demonstration</a:t>
            </a:r>
          </a:p>
        </p:txBody>
      </p:sp>
      <p:sp>
        <p:nvSpPr>
          <p:cNvPr id="19" name="Methods heading rule">
            <a:extLst>
              <a:ext uri="{FF2B5EF4-FFF2-40B4-BE49-F238E27FC236}">
                <a16:creationId xmlns:a16="http://schemas.microsoft.com/office/drawing/2014/main" id="{8102D61A-1CA4-4A7C-BF3F-77FFE5CF6FA6}"/>
              </a:ext>
            </a:extLst>
          </p:cNvPr>
          <p:cNvSpPr>
            <a:spLocks noGrp="1"/>
          </p:cNvSpPr>
          <p:nvPr/>
        </p:nvSpPr>
        <p:spPr>
          <a:xfrm>
            <a:off x="152400" y="2008905"/>
            <a:ext cx="3733800" cy="3076"/>
          </a:xfrm>
          <a:prstGeom prst="rect">
            <a:avLst/>
          </a:prstGeom>
          <a:solidFill>
            <a:srgbClr val="BDCFE0"/>
          </a:solidFill>
          <a:ln w="0">
            <a:solidFill>
              <a:srgbClr val="000000">
                <a:alpha val="0"/>
              </a:srgbClr>
            </a:solidFill>
          </a:ln>
        </p:spPr>
        <p:txBody>
          <a:bodyPr/>
          <a:lstStyle/>
          <a:p>
            <a:endParaRPr/>
          </a:p>
        </p:txBody>
      </p:sp>
      <p:sp>
        <p:nvSpPr>
          <p:cNvPr id="20" name="P1 lane label">
            <a:extLst>
              <a:ext uri="{FF2B5EF4-FFF2-40B4-BE49-F238E27FC236}">
                <a16:creationId xmlns:a16="http://schemas.microsoft.com/office/drawing/2014/main" id="{49B2DA38-9695-49C3-A11A-78DF5C3727A8}"/>
              </a:ext>
            </a:extLst>
          </p:cNvPr>
          <p:cNvSpPr>
            <a:spLocks noGrp="1"/>
          </p:cNvSpPr>
          <p:nvPr/>
        </p:nvSpPr>
        <p:spPr>
          <a:xfrm>
            <a:off x="152400" y="2039667"/>
            <a:ext cx="2476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550" b="1">
                <a:solidFill>
                  <a:srgbClr val="2462C6"/>
                </a:solidFill>
                <a:latin typeface="Aptos"/>
                <a:ea typeface="Aptos"/>
                <a:cs typeface="Aptos"/>
              </a:defRPr>
            </a:pPr>
            <a:r>
              <a:rPr sz="470" b="1">
                <a:solidFill>
                  <a:srgbClr val="2462C6"/>
                </a:solidFill>
                <a:latin typeface="Aptos"/>
                <a:ea typeface="Aptos"/>
                <a:cs typeface="Aptos"/>
              </a:rPr>
              <a:t>P1 · SINGLE-BAGGAGE LOCALIZATION</a:t>
            </a:r>
          </a:p>
        </p:txBody>
      </p:sp>
      <p:sp>
        <p:nvSpPr>
          <p:cNvPr id="21" name="P1 lane status">
            <a:extLst>
              <a:ext uri="{FF2B5EF4-FFF2-40B4-BE49-F238E27FC236}">
                <a16:creationId xmlns:a16="http://schemas.microsoft.com/office/drawing/2014/main" id="{D85CCB98-4340-4414-91E5-C2BCF0328EFC}"/>
              </a:ext>
            </a:extLst>
          </p:cNvPr>
          <p:cNvSpPr>
            <a:spLocks noGrp="1"/>
          </p:cNvSpPr>
          <p:nvPr/>
        </p:nvSpPr>
        <p:spPr>
          <a:xfrm>
            <a:off x="2819400" y="2039667"/>
            <a:ext cx="1066800" cy="889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1">
                <a:solidFill>
                  <a:srgbClr val="2462C6"/>
                </a:solidFill>
                <a:latin typeface="Aptos"/>
                <a:ea typeface="Aptos"/>
                <a:cs typeface="Aptos"/>
              </a:defRPr>
            </a:pPr>
            <a:r>
              <a:rPr sz="460" b="1">
                <a:solidFill>
                  <a:srgbClr val="2462C6"/>
                </a:solidFill>
                <a:latin typeface="Aptos"/>
                <a:ea typeface="Aptos"/>
                <a:cs typeface="Aptos"/>
              </a:rPr>
              <a:t>CURRENT DETECTOR BASELINE</a:t>
            </a:r>
          </a:p>
        </p:txBody>
      </p:sp>
      <p:pic>
        <p:nvPicPr>
          <p:cNvPr id="22" name="Picture 21"/>
          <p:cNvPicPr>
            <a:picLocks noChangeAspect="1"/>
          </p:cNvPicPr>
          <p:nvPr/>
        </p:nvPicPr>
        <p:blipFill>
          <a:blip r:embed="rId4"/>
          <a:stretch/>
        </p:blipFill>
        <p:spPr>
          <a:xfrm>
            <a:off x="225778" y="2162726"/>
            <a:ext cx="615244" cy="301758"/>
          </a:xfrm>
          <a:prstGeom prst="rect">
            <a:avLst/>
          </a:prstGeom>
        </p:spPr>
      </p:pic>
      <p:sp>
        <p:nvSpPr>
          <p:cNvPr id="23" name="Intake label">
            <a:extLst>
              <a:ext uri="{FF2B5EF4-FFF2-40B4-BE49-F238E27FC236}">
                <a16:creationId xmlns:a16="http://schemas.microsoft.com/office/drawing/2014/main" id="{132B571D-8549-4B05-AAF4-5133DFBA7B2C}"/>
              </a:ext>
            </a:extLst>
          </p:cNvPr>
          <p:cNvSpPr>
            <a:spLocks noGrp="1"/>
          </p:cNvSpPr>
          <p:nvPr/>
        </p:nvSpPr>
        <p:spPr>
          <a:xfrm>
            <a:off x="152400" y="2105660"/>
            <a:ext cx="7620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80" b="1">
                <a:solidFill>
                  <a:srgbClr val="20354A"/>
                </a:solidFill>
                <a:latin typeface="Aptos"/>
                <a:ea typeface="Aptos"/>
                <a:cs typeface="Aptos"/>
              </a:defRPr>
            </a:pPr>
            <a:r>
              <a:rPr sz="450" b="1">
                <a:solidFill>
                  <a:srgbClr val="20354A"/>
                </a:solidFill>
                <a:latin typeface="Aptos"/>
                <a:ea typeface="Aptos"/>
                <a:cs typeface="Aptos"/>
              </a:rPr>
              <a:t>1  Image intake</a:t>
            </a:r>
          </a:p>
        </p:txBody>
      </p:sp>
      <p:sp>
        <p:nvSpPr>
          <p:cNvPr id="24" name="Detector block">
            <a:extLst>
              <a:ext uri="{FF2B5EF4-FFF2-40B4-BE49-F238E27FC236}">
                <a16:creationId xmlns:a16="http://schemas.microsoft.com/office/drawing/2014/main" id="{87A272F1-46CD-4993-B5CA-B4095CE70C5E}"/>
              </a:ext>
            </a:extLst>
          </p:cNvPr>
          <p:cNvSpPr>
            <a:spLocks noGrp="1"/>
          </p:cNvSpPr>
          <p:nvPr/>
        </p:nvSpPr>
        <p:spPr>
          <a:xfrm>
            <a:off x="1104900" y="2131954"/>
            <a:ext cx="876300" cy="328130"/>
          </a:xfrm>
          <a:prstGeom prst="rect">
            <a:avLst/>
          </a:prstGeom>
          <a:solidFill>
            <a:srgbClr val="EEF4FA"/>
          </a:solidFill>
          <a:ln w="5080">
            <a:solidFill>
              <a:srgbClr val="BDCFE0"/>
            </a:solidFill>
          </a:ln>
        </p:spPr>
        <p:txBody>
          <a:bodyPr/>
          <a:lstStyle/>
          <a:p>
            <a:endParaRPr/>
          </a:p>
        </p:txBody>
      </p:sp>
      <p:sp>
        <p:nvSpPr>
          <p:cNvPr id="25" name="Detector title">
            <a:extLst>
              <a:ext uri="{FF2B5EF4-FFF2-40B4-BE49-F238E27FC236}">
                <a16:creationId xmlns:a16="http://schemas.microsoft.com/office/drawing/2014/main" id="{22B72174-52CE-4866-8191-7154B8137952}"/>
              </a:ext>
            </a:extLst>
          </p:cNvPr>
          <p:cNvSpPr>
            <a:spLocks noGrp="1"/>
          </p:cNvSpPr>
          <p:nvPr/>
        </p:nvSpPr>
        <p:spPr>
          <a:xfrm>
            <a:off x="1155700" y="2152462"/>
            <a:ext cx="774700" cy="88900"/>
          </a:xfrm>
          <a:prstGeom prst="rect">
            <a:avLst/>
          </a:prstGeom>
          <a:solidFill>
            <a:srgbClr val="000000">
              <a:alpha val="0"/>
            </a:srgbClr>
          </a:solidFill>
          <a:ln w="0">
            <a:solidFill>
              <a:srgbClr val="000000">
                <a:alpha val="0"/>
              </a:srgbClr>
            </a:solidFill>
          </a:ln>
        </p:spPr>
        <p:txBody>
          <a:bodyPr lIns="0" tIns="0" rIns="0" bIns="0" anchor="t"/>
          <a:lstStyle/>
          <a:p>
            <a:pPr algn="l">
              <a:buNone/>
              <a:defRPr sz="610" b="1">
                <a:solidFill>
                  <a:srgbClr val="11285F"/>
                </a:solidFill>
                <a:latin typeface="Aptos"/>
                <a:ea typeface="Aptos"/>
                <a:cs typeface="Aptos"/>
              </a:defRPr>
            </a:pPr>
            <a:r>
              <a:rPr sz="550" b="1">
                <a:solidFill>
                  <a:srgbClr val="11285F"/>
                </a:solidFill>
                <a:latin typeface="Aptos"/>
                <a:ea typeface="Aptos"/>
                <a:cs typeface="Aptos"/>
              </a:rPr>
              <a:t>2  YOLOv10-M</a:t>
            </a:r>
          </a:p>
        </p:txBody>
      </p:sp>
      <p:sp>
        <p:nvSpPr>
          <p:cNvPr id="26" name="Detector subtitle">
            <a:extLst>
              <a:ext uri="{FF2B5EF4-FFF2-40B4-BE49-F238E27FC236}">
                <a16:creationId xmlns:a16="http://schemas.microsoft.com/office/drawing/2014/main" id="{1FABFF99-69A7-4D38-B1F2-1CB0CEBE8B68}"/>
              </a:ext>
            </a:extLst>
          </p:cNvPr>
          <p:cNvSpPr>
            <a:spLocks noGrp="1"/>
          </p:cNvSpPr>
          <p:nvPr/>
        </p:nvSpPr>
        <p:spPr>
          <a:xfrm>
            <a:off x="1155700" y="2244749"/>
            <a:ext cx="7747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80" b="0">
                <a:solidFill>
                  <a:srgbClr val="53697A"/>
                </a:solidFill>
                <a:latin typeface="Aptos"/>
                <a:ea typeface="Aptos"/>
                <a:cs typeface="Aptos"/>
              </a:defRPr>
            </a:pPr>
            <a:r>
              <a:rPr sz="440" b="0">
                <a:solidFill>
                  <a:srgbClr val="53697A"/>
                </a:solidFill>
                <a:latin typeface="Aptos"/>
                <a:ea typeface="Aptos"/>
                <a:cs typeface="Aptos"/>
              </a:rPr>
              <a:t>Selected task checkpoint</a:t>
            </a:r>
          </a:p>
        </p:txBody>
      </p:sp>
      <p:sp>
        <p:nvSpPr>
          <p:cNvPr id="27" name="Task tab Device">
            <a:extLst>
              <a:ext uri="{FF2B5EF4-FFF2-40B4-BE49-F238E27FC236}">
                <a16:creationId xmlns:a16="http://schemas.microsoft.com/office/drawing/2014/main" id="{E9125527-695A-4BB0-AD09-7C7AA31454E5}"/>
              </a:ext>
            </a:extLst>
          </p:cNvPr>
          <p:cNvSpPr>
            <a:spLocks noGrp="1"/>
          </p:cNvSpPr>
          <p:nvPr/>
        </p:nvSpPr>
        <p:spPr>
          <a:xfrm>
            <a:off x="1155700" y="2337035"/>
            <a:ext cx="241300" cy="82033"/>
          </a:xfrm>
          <a:prstGeom prst="rect">
            <a:avLst/>
          </a:prstGeom>
          <a:solidFill>
            <a:srgbClr val="FFFFFF"/>
          </a:solidFill>
          <a:ln w="3810">
            <a:solidFill>
              <a:srgbClr val="BDCFE0"/>
            </a:solidFill>
          </a:ln>
        </p:spPr>
        <p:txBody>
          <a:bodyPr/>
          <a:lstStyle/>
          <a:p>
            <a:endParaRPr/>
          </a:p>
        </p:txBody>
      </p:sp>
      <p:sp>
        <p:nvSpPr>
          <p:cNvPr id="28" name="Task tab text Device">
            <a:extLst>
              <a:ext uri="{FF2B5EF4-FFF2-40B4-BE49-F238E27FC236}">
                <a16:creationId xmlns:a16="http://schemas.microsoft.com/office/drawing/2014/main" id="{39A48A1E-7702-4FF8-946E-99EDB95D76CF}"/>
              </a:ext>
            </a:extLst>
          </p:cNvPr>
          <p:cNvSpPr>
            <a:spLocks noGrp="1"/>
          </p:cNvSpPr>
          <p:nvPr/>
        </p:nvSpPr>
        <p:spPr>
          <a:xfrm>
            <a:off x="1155700" y="2349340"/>
            <a:ext cx="2413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30" b="0">
                <a:solidFill>
                  <a:srgbClr val="20354A"/>
                </a:solidFill>
                <a:latin typeface="Aptos"/>
                <a:ea typeface="Aptos"/>
                <a:cs typeface="Aptos"/>
              </a:defRPr>
            </a:pPr>
            <a:r>
              <a:rPr sz="430" b="0">
                <a:solidFill>
                  <a:srgbClr val="20354A"/>
                </a:solidFill>
                <a:latin typeface="Aptos"/>
                <a:ea typeface="Aptos"/>
                <a:cs typeface="Aptos"/>
              </a:rPr>
              <a:t>Device</a:t>
            </a:r>
          </a:p>
        </p:txBody>
      </p:sp>
      <p:sp>
        <p:nvSpPr>
          <p:cNvPr id="29" name="Task tab Generic">
            <a:extLst>
              <a:ext uri="{FF2B5EF4-FFF2-40B4-BE49-F238E27FC236}">
                <a16:creationId xmlns:a16="http://schemas.microsoft.com/office/drawing/2014/main" id="{C797CCDB-48F4-4784-8BEA-B30D8F8AFE39}"/>
              </a:ext>
            </a:extLst>
          </p:cNvPr>
          <p:cNvSpPr>
            <a:spLocks noGrp="1"/>
          </p:cNvSpPr>
          <p:nvPr/>
        </p:nvSpPr>
        <p:spPr>
          <a:xfrm>
            <a:off x="1416050" y="2337035"/>
            <a:ext cx="241300" cy="82033"/>
          </a:xfrm>
          <a:prstGeom prst="rect">
            <a:avLst/>
          </a:prstGeom>
          <a:solidFill>
            <a:srgbClr val="2462C6"/>
          </a:solidFill>
          <a:ln w="3810">
            <a:solidFill>
              <a:srgbClr val="2462C6"/>
            </a:solidFill>
          </a:ln>
        </p:spPr>
        <p:txBody>
          <a:bodyPr/>
          <a:lstStyle/>
          <a:p>
            <a:endParaRPr/>
          </a:p>
        </p:txBody>
      </p:sp>
      <p:sp>
        <p:nvSpPr>
          <p:cNvPr id="30" name="Task tab text Generic">
            <a:extLst>
              <a:ext uri="{FF2B5EF4-FFF2-40B4-BE49-F238E27FC236}">
                <a16:creationId xmlns:a16="http://schemas.microsoft.com/office/drawing/2014/main" id="{CEC2B375-6AE4-4428-B9CB-D623671E9DA4}"/>
              </a:ext>
            </a:extLst>
          </p:cNvPr>
          <p:cNvSpPr>
            <a:spLocks noGrp="1"/>
          </p:cNvSpPr>
          <p:nvPr/>
        </p:nvSpPr>
        <p:spPr>
          <a:xfrm>
            <a:off x="1416050" y="2349340"/>
            <a:ext cx="2413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30" b="1">
                <a:solidFill>
                  <a:srgbClr val="FFFFFF"/>
                </a:solidFill>
                <a:latin typeface="Aptos"/>
                <a:ea typeface="Aptos"/>
                <a:cs typeface="Aptos"/>
              </a:defRPr>
            </a:pPr>
            <a:r>
              <a:rPr sz="430" b="1">
                <a:solidFill>
                  <a:srgbClr val="FFFFFF"/>
                </a:solidFill>
                <a:latin typeface="Aptos"/>
                <a:ea typeface="Aptos"/>
                <a:cs typeface="Aptos"/>
              </a:rPr>
              <a:t>Generic</a:t>
            </a:r>
          </a:p>
        </p:txBody>
      </p:sp>
      <p:sp>
        <p:nvSpPr>
          <p:cNvPr id="31" name="Task tab Specific">
            <a:extLst>
              <a:ext uri="{FF2B5EF4-FFF2-40B4-BE49-F238E27FC236}">
                <a16:creationId xmlns:a16="http://schemas.microsoft.com/office/drawing/2014/main" id="{BFB5A34D-8BA0-48CD-9A8B-336FDCA07341}"/>
              </a:ext>
            </a:extLst>
          </p:cNvPr>
          <p:cNvSpPr>
            <a:spLocks noGrp="1"/>
          </p:cNvSpPr>
          <p:nvPr/>
        </p:nvSpPr>
        <p:spPr>
          <a:xfrm>
            <a:off x="1676400" y="2337035"/>
            <a:ext cx="241300" cy="82033"/>
          </a:xfrm>
          <a:prstGeom prst="rect">
            <a:avLst/>
          </a:prstGeom>
          <a:solidFill>
            <a:srgbClr val="FFFFFF"/>
          </a:solidFill>
          <a:ln w="3810">
            <a:solidFill>
              <a:srgbClr val="BDCFE0"/>
            </a:solidFill>
          </a:ln>
        </p:spPr>
        <p:txBody>
          <a:bodyPr/>
          <a:lstStyle/>
          <a:p>
            <a:endParaRPr/>
          </a:p>
        </p:txBody>
      </p:sp>
      <p:sp>
        <p:nvSpPr>
          <p:cNvPr id="32" name="Task tab text Specific">
            <a:extLst>
              <a:ext uri="{FF2B5EF4-FFF2-40B4-BE49-F238E27FC236}">
                <a16:creationId xmlns:a16="http://schemas.microsoft.com/office/drawing/2014/main" id="{14BA5457-FC19-4919-8DFD-FC40B3CD4BCA}"/>
              </a:ext>
            </a:extLst>
          </p:cNvPr>
          <p:cNvSpPr>
            <a:spLocks noGrp="1"/>
          </p:cNvSpPr>
          <p:nvPr/>
        </p:nvSpPr>
        <p:spPr>
          <a:xfrm>
            <a:off x="1676400" y="2349340"/>
            <a:ext cx="2413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30" b="0">
                <a:solidFill>
                  <a:srgbClr val="20354A"/>
                </a:solidFill>
                <a:latin typeface="Aptos"/>
                <a:ea typeface="Aptos"/>
                <a:cs typeface="Aptos"/>
              </a:defRPr>
            </a:pPr>
            <a:r>
              <a:rPr sz="430" b="0">
                <a:solidFill>
                  <a:srgbClr val="20354A"/>
                </a:solidFill>
                <a:latin typeface="Aptos"/>
                <a:ea typeface="Aptos"/>
                <a:cs typeface="Aptos"/>
              </a:rPr>
              <a:t>Specific</a:t>
            </a:r>
          </a:p>
        </p:txBody>
      </p:sp>
      <p:pic>
        <p:nvPicPr>
          <p:cNvPr id="33" name="Picture 32"/>
          <p:cNvPicPr>
            <a:picLocks noChangeAspect="1"/>
          </p:cNvPicPr>
          <p:nvPr/>
        </p:nvPicPr>
        <p:blipFill>
          <a:blip r:embed="rId5"/>
          <a:stretch/>
        </p:blipFill>
        <p:spPr>
          <a:xfrm>
            <a:off x="2283178" y="2162726"/>
            <a:ext cx="615244" cy="301758"/>
          </a:xfrm>
          <a:prstGeom prst="rect">
            <a:avLst/>
          </a:prstGeom>
        </p:spPr>
      </p:pic>
      <p:sp>
        <p:nvSpPr>
          <p:cNvPr id="34" name="Localization label">
            <a:extLst>
              <a:ext uri="{FF2B5EF4-FFF2-40B4-BE49-F238E27FC236}">
                <a16:creationId xmlns:a16="http://schemas.microsoft.com/office/drawing/2014/main" id="{BE7F3E6B-D217-4791-9730-2E2C228267D1}"/>
              </a:ext>
            </a:extLst>
          </p:cNvPr>
          <p:cNvSpPr>
            <a:spLocks noGrp="1"/>
          </p:cNvSpPr>
          <p:nvPr/>
        </p:nvSpPr>
        <p:spPr>
          <a:xfrm>
            <a:off x="2209800" y="2094230"/>
            <a:ext cx="825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80" b="1">
                <a:solidFill>
                  <a:srgbClr val="20354A"/>
                </a:solidFill>
                <a:latin typeface="Aptos"/>
                <a:ea typeface="Aptos"/>
                <a:cs typeface="Aptos"/>
              </a:defRPr>
            </a:pPr>
            <a:r>
              <a:rPr sz="450" b="1">
                <a:solidFill>
                  <a:srgbClr val="20354A"/>
                </a:solidFill>
                <a:latin typeface="Aptos"/>
                <a:ea typeface="Aptos"/>
                <a:cs typeface="Aptos"/>
              </a:rPr>
              <a:t>3  Localized evidence</a:t>
            </a:r>
          </a:p>
        </p:txBody>
      </p:sp>
      <p:sp>
        <p:nvSpPr>
          <p:cNvPr id="35" name="Review block">
            <a:extLst>
              <a:ext uri="{FF2B5EF4-FFF2-40B4-BE49-F238E27FC236}">
                <a16:creationId xmlns:a16="http://schemas.microsoft.com/office/drawing/2014/main" id="{69756675-D093-4B7D-9980-6A6A1932F5D6}"/>
              </a:ext>
            </a:extLst>
          </p:cNvPr>
          <p:cNvSpPr>
            <a:spLocks noGrp="1"/>
          </p:cNvSpPr>
          <p:nvPr/>
        </p:nvSpPr>
        <p:spPr>
          <a:xfrm>
            <a:off x="3162300" y="2131954"/>
            <a:ext cx="723900" cy="328130"/>
          </a:xfrm>
          <a:prstGeom prst="rect">
            <a:avLst/>
          </a:prstGeom>
          <a:solidFill>
            <a:srgbClr val="FFFFFF"/>
          </a:solidFill>
          <a:ln w="5080">
            <a:solidFill>
              <a:srgbClr val="BDCFE0"/>
            </a:solidFill>
          </a:ln>
        </p:spPr>
        <p:txBody>
          <a:bodyPr/>
          <a:lstStyle/>
          <a:p>
            <a:endParaRPr/>
          </a:p>
        </p:txBody>
      </p:sp>
      <p:sp>
        <p:nvSpPr>
          <p:cNvPr id="36" name="Review title">
            <a:extLst>
              <a:ext uri="{FF2B5EF4-FFF2-40B4-BE49-F238E27FC236}">
                <a16:creationId xmlns:a16="http://schemas.microsoft.com/office/drawing/2014/main" id="{E8B93A19-DD9A-45E0-BDA5-C3F575CE6BDC}"/>
              </a:ext>
            </a:extLst>
          </p:cNvPr>
          <p:cNvSpPr>
            <a:spLocks noGrp="1"/>
          </p:cNvSpPr>
          <p:nvPr/>
        </p:nvSpPr>
        <p:spPr>
          <a:xfrm>
            <a:off x="3213100" y="2152462"/>
            <a:ext cx="622300" cy="88900"/>
          </a:xfrm>
          <a:prstGeom prst="rect">
            <a:avLst/>
          </a:prstGeom>
          <a:solidFill>
            <a:srgbClr val="000000">
              <a:alpha val="0"/>
            </a:srgbClr>
          </a:solidFill>
          <a:ln w="0">
            <a:solidFill>
              <a:srgbClr val="000000">
                <a:alpha val="0"/>
              </a:srgbClr>
            </a:solidFill>
          </a:ln>
        </p:spPr>
        <p:txBody>
          <a:bodyPr lIns="0" tIns="0" rIns="0" bIns="0" anchor="t"/>
          <a:lstStyle/>
          <a:p>
            <a:pPr algn="l">
              <a:buNone/>
              <a:defRPr sz="550" b="1">
                <a:solidFill>
                  <a:srgbClr val="11285F"/>
                </a:solidFill>
                <a:latin typeface="Aptos"/>
                <a:ea typeface="Aptos"/>
                <a:cs typeface="Aptos"/>
              </a:defRPr>
            </a:pPr>
            <a:r>
              <a:rPr sz="500" b="1">
                <a:solidFill>
                  <a:srgbClr val="11285F"/>
                </a:solidFill>
                <a:latin typeface="Aptos"/>
                <a:ea typeface="Aptos"/>
                <a:cs typeface="Aptos"/>
              </a:rPr>
              <a:t>4  Operator review</a:t>
            </a:r>
          </a:p>
        </p:txBody>
      </p:sp>
      <p:sp>
        <p:nvSpPr>
          <p:cNvPr id="37" name="Review evidence">
            <a:extLst>
              <a:ext uri="{FF2B5EF4-FFF2-40B4-BE49-F238E27FC236}">
                <a16:creationId xmlns:a16="http://schemas.microsoft.com/office/drawing/2014/main" id="{27B73605-1002-4A21-8CCD-055176A8E519}"/>
              </a:ext>
            </a:extLst>
          </p:cNvPr>
          <p:cNvSpPr>
            <a:spLocks noGrp="1"/>
          </p:cNvSpPr>
          <p:nvPr/>
        </p:nvSpPr>
        <p:spPr>
          <a:xfrm>
            <a:off x="3213100" y="2255003"/>
            <a:ext cx="622300" cy="203200"/>
          </a:xfrm>
          <a:prstGeom prst="rect">
            <a:avLst/>
          </a:prstGeom>
          <a:solidFill>
            <a:srgbClr val="000000">
              <a:alpha val="0"/>
            </a:srgbClr>
          </a:solidFill>
          <a:ln w="0">
            <a:solidFill>
              <a:srgbClr val="000000">
                <a:alpha val="0"/>
              </a:srgbClr>
            </a:solidFill>
          </a:ln>
        </p:spPr>
        <p:txBody>
          <a:bodyPr lIns="0" tIns="0" rIns="0" bIns="0" anchor="t"/>
          <a:lstStyle/>
          <a:p>
            <a:pPr algn="l">
              <a:buNone/>
              <a:defRPr sz="480" b="0">
                <a:solidFill>
                  <a:srgbClr val="20354A"/>
                </a:solidFill>
                <a:latin typeface="Aptos"/>
                <a:ea typeface="Aptos"/>
                <a:cs typeface="Aptos"/>
              </a:defRPr>
            </a:pPr>
            <a:r>
              <a:rPr sz="430" b="0">
                <a:solidFill>
                  <a:srgbClr val="20354A"/>
                </a:solidFill>
                <a:latin typeface="Aptos"/>
                <a:ea typeface="Aptos"/>
                <a:cs typeface="Aptos"/>
              </a:rPr>
              <a:t>Box • label • score</a:t>
            </a:r>
          </a:p>
          <a:p>
            <a:pPr algn="l">
              <a:buNone/>
              <a:defRPr sz="480" b="0">
                <a:solidFill>
                  <a:srgbClr val="20354A"/>
                </a:solidFill>
                <a:latin typeface="Aptos"/>
                <a:ea typeface="Aptos"/>
                <a:cs typeface="Aptos"/>
              </a:defRPr>
            </a:pPr>
            <a:r>
              <a:rPr sz="430" b="0">
                <a:solidFill>
                  <a:srgbClr val="20354A"/>
                </a:solidFill>
                <a:latin typeface="Aptos"/>
                <a:ea typeface="Aptos"/>
                <a:cs typeface="Aptos"/>
              </a:rPr>
              <a:t>Confidence: 0.970</a:t>
            </a:r>
          </a:p>
          <a:p>
            <a:pPr algn="l">
              <a:buNone/>
              <a:defRPr sz="480" b="0">
                <a:solidFill>
                  <a:srgbClr val="20354A"/>
                </a:solidFill>
                <a:latin typeface="Aptos"/>
                <a:ea typeface="Aptos"/>
                <a:cs typeface="Aptos"/>
              </a:defRPr>
            </a:pPr>
            <a:r>
              <a:rPr sz="430" b="0">
                <a:solidFill>
                  <a:srgbClr val="20354A"/>
                </a:solidFill>
                <a:latin typeface="Aptos"/>
                <a:ea typeface="Aptos"/>
                <a:cs typeface="Aptos"/>
              </a:rPr>
              <a:t>Overlay + JSON export</a:t>
            </a:r>
          </a:p>
        </p:txBody>
      </p:sp>
      <p:sp>
        <p:nvSpPr>
          <p:cNvPr id="38" name="P1 flow 73 from">
            <a:extLst>
              <a:ext uri="{FF2B5EF4-FFF2-40B4-BE49-F238E27FC236}">
                <a16:creationId xmlns:a16="http://schemas.microsoft.com/office/drawing/2014/main" id="{DDEDD70B-2C2E-4CA5-B1A8-1DA7D00EF0A4}"/>
              </a:ext>
            </a:extLst>
          </p:cNvPr>
          <p:cNvSpPr>
            <a:spLocks noGrp="1"/>
          </p:cNvSpPr>
          <p:nvPr/>
        </p:nvSpPr>
        <p:spPr>
          <a:xfrm>
            <a:off x="927100" y="2296019"/>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39" name="P1 flow 73 to">
            <a:extLst>
              <a:ext uri="{FF2B5EF4-FFF2-40B4-BE49-F238E27FC236}">
                <a16:creationId xmlns:a16="http://schemas.microsoft.com/office/drawing/2014/main" id="{7DDFDE21-5D7A-48B4-AB28-8F1C708C8996}"/>
              </a:ext>
            </a:extLst>
          </p:cNvPr>
          <p:cNvSpPr>
            <a:spLocks noGrp="1"/>
          </p:cNvSpPr>
          <p:nvPr/>
        </p:nvSpPr>
        <p:spPr>
          <a:xfrm>
            <a:off x="1079500" y="2296019"/>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40" name="Straight Arrow Connector 39"/>
          <p:cNvCxnSpPr>
            <a:stCxn id="38" idx="3"/>
            <a:endCxn id="39" idx="1"/>
          </p:cNvCxnSpPr>
          <p:nvPr/>
        </p:nvCxnSpPr>
        <p:spPr>
          <a:xfrm>
            <a:off x="928370" y="2296532"/>
            <a:ext cx="151130" cy="0"/>
          </a:xfrm>
          <a:prstGeom prst="straightConnector1">
            <a:avLst/>
          </a:prstGeom>
          <a:ln w="8255">
            <a:solidFill>
              <a:srgbClr val="2263BF"/>
            </a:solidFill>
            <a:tailEnd type="arrow" w="med" len="med"/>
          </a:ln>
        </p:spPr>
      </p:cxnSp>
      <p:sp>
        <p:nvSpPr>
          <p:cNvPr id="41" name="P1 flow 158 from">
            <a:extLst>
              <a:ext uri="{FF2B5EF4-FFF2-40B4-BE49-F238E27FC236}">
                <a16:creationId xmlns:a16="http://schemas.microsoft.com/office/drawing/2014/main" id="{93D7565F-C9FE-48D2-A906-01BD07F28119}"/>
              </a:ext>
            </a:extLst>
          </p:cNvPr>
          <p:cNvSpPr>
            <a:spLocks noGrp="1"/>
          </p:cNvSpPr>
          <p:nvPr/>
        </p:nvSpPr>
        <p:spPr>
          <a:xfrm>
            <a:off x="2006600" y="2296019"/>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42" name="P1 flow 158 to">
            <a:extLst>
              <a:ext uri="{FF2B5EF4-FFF2-40B4-BE49-F238E27FC236}">
                <a16:creationId xmlns:a16="http://schemas.microsoft.com/office/drawing/2014/main" id="{0E9EFD98-515B-46CC-96C8-BB2513C1AC4A}"/>
              </a:ext>
            </a:extLst>
          </p:cNvPr>
          <p:cNvSpPr>
            <a:spLocks noGrp="1"/>
          </p:cNvSpPr>
          <p:nvPr/>
        </p:nvSpPr>
        <p:spPr>
          <a:xfrm>
            <a:off x="2184400" y="2296019"/>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43" name="Straight Arrow Connector 42"/>
          <p:cNvCxnSpPr>
            <a:stCxn id="41" idx="3"/>
            <a:endCxn id="42" idx="1"/>
          </p:cNvCxnSpPr>
          <p:nvPr/>
        </p:nvCxnSpPr>
        <p:spPr>
          <a:xfrm>
            <a:off x="2007870" y="2296532"/>
            <a:ext cx="176530" cy="0"/>
          </a:xfrm>
          <a:prstGeom prst="straightConnector1">
            <a:avLst/>
          </a:prstGeom>
          <a:ln w="8255">
            <a:solidFill>
              <a:srgbClr val="2263BF"/>
            </a:solidFill>
            <a:tailEnd type="arrow" w="med" len="med"/>
          </a:ln>
        </p:spPr>
      </p:cxnSp>
      <p:sp>
        <p:nvSpPr>
          <p:cNvPr id="44" name="P1 flow 236 from">
            <a:extLst>
              <a:ext uri="{FF2B5EF4-FFF2-40B4-BE49-F238E27FC236}">
                <a16:creationId xmlns:a16="http://schemas.microsoft.com/office/drawing/2014/main" id="{1DA866C7-3769-44DC-A783-401DC038A8F0}"/>
              </a:ext>
            </a:extLst>
          </p:cNvPr>
          <p:cNvSpPr>
            <a:spLocks noGrp="1"/>
          </p:cNvSpPr>
          <p:nvPr/>
        </p:nvSpPr>
        <p:spPr>
          <a:xfrm>
            <a:off x="2997200" y="2296019"/>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45" name="P1 flow 236 to">
            <a:extLst>
              <a:ext uri="{FF2B5EF4-FFF2-40B4-BE49-F238E27FC236}">
                <a16:creationId xmlns:a16="http://schemas.microsoft.com/office/drawing/2014/main" id="{6A75B108-6C72-4E5B-AE5F-C5E9767E1A61}"/>
              </a:ext>
            </a:extLst>
          </p:cNvPr>
          <p:cNvSpPr>
            <a:spLocks noGrp="1"/>
          </p:cNvSpPr>
          <p:nvPr/>
        </p:nvSpPr>
        <p:spPr>
          <a:xfrm>
            <a:off x="3136900" y="2296019"/>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46" name="Straight Arrow Connector 45"/>
          <p:cNvCxnSpPr>
            <a:stCxn id="44" idx="3"/>
            <a:endCxn id="45" idx="1"/>
          </p:cNvCxnSpPr>
          <p:nvPr/>
        </p:nvCxnSpPr>
        <p:spPr>
          <a:xfrm>
            <a:off x="2998470" y="2296532"/>
            <a:ext cx="138430" cy="0"/>
          </a:xfrm>
          <a:prstGeom prst="straightConnector1">
            <a:avLst/>
          </a:prstGeom>
          <a:ln w="8255">
            <a:solidFill>
              <a:srgbClr val="2263BF"/>
            </a:solidFill>
            <a:tailEnd type="arrow" w="med" len="med"/>
          </a:ln>
        </p:spPr>
      </p:cxnSp>
      <p:sp>
        <p:nvSpPr>
          <p:cNvPr id="47" name="P1 method explanation">
            <a:extLst>
              <a:ext uri="{FF2B5EF4-FFF2-40B4-BE49-F238E27FC236}">
                <a16:creationId xmlns:a16="http://schemas.microsoft.com/office/drawing/2014/main" id="{ACBA8E0E-8DA4-4CCD-8CA5-396ABEDE22C6}"/>
              </a:ext>
            </a:extLst>
          </p:cNvPr>
          <p:cNvSpPr>
            <a:spLocks noGrp="1"/>
          </p:cNvSpPr>
          <p:nvPr/>
        </p:nvSpPr>
        <p:spPr>
          <a:xfrm>
            <a:off x="152400" y="2503170"/>
            <a:ext cx="3733800" cy="152400"/>
          </a:xfrm>
          <a:prstGeom prst="rect">
            <a:avLst/>
          </a:prstGeom>
          <a:solidFill>
            <a:srgbClr val="000000">
              <a:alpha val="0"/>
            </a:srgbClr>
          </a:solidFill>
          <a:ln w="0">
            <a:solidFill>
              <a:srgbClr val="000000">
                <a:alpha val="0"/>
              </a:srgbClr>
            </a:solidFill>
          </a:ln>
        </p:spPr>
        <p:txBody>
          <a:bodyPr lIns="0" tIns="0" rIns="0" bIns="0" anchor="t"/>
          <a:lstStyle/>
          <a:p>
            <a:pPr algn="just">
              <a:buNone/>
              <a:defRPr sz="480" b="0">
                <a:solidFill>
                  <a:srgbClr val="53697A"/>
                </a:solidFill>
                <a:latin typeface="Aptos"/>
                <a:ea typeface="Aptos"/>
                <a:cs typeface="Aptos"/>
              </a:defRPr>
            </a:pPr>
            <a:r>
              <a:rPr sz="480" b="0">
                <a:solidFill>
                  <a:srgbClr val="53697A"/>
                </a:solidFill>
                <a:latin typeface="Aptos"/>
                <a:ea typeface="Aptos"/>
                <a:cs typeface="Aptos"/>
              </a:rPr>
              <a:t>Executed: independent task detectors with original-image coordinates. Next: evaluate device-conditioned localization and explicit host–region association. The saved demonstration is a training image, not an accuracy estimate.</a:t>
            </a:r>
          </a:p>
        </p:txBody>
      </p:sp>
      <p:sp>
        <p:nvSpPr>
          <p:cNvPr id="48" name="P2 lane label">
            <a:extLst>
              <a:ext uri="{FF2B5EF4-FFF2-40B4-BE49-F238E27FC236}">
                <a16:creationId xmlns:a16="http://schemas.microsoft.com/office/drawing/2014/main" id="{3DC8EA17-D1DB-48FA-B46E-B49F6DA917BE}"/>
              </a:ext>
            </a:extLst>
          </p:cNvPr>
          <p:cNvSpPr>
            <a:spLocks noGrp="1"/>
          </p:cNvSpPr>
          <p:nvPr/>
        </p:nvSpPr>
        <p:spPr>
          <a:xfrm>
            <a:off x="152400" y="2663190"/>
            <a:ext cx="2476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550" b="1">
                <a:solidFill>
                  <a:srgbClr val="007C88"/>
                </a:solidFill>
                <a:latin typeface="Aptos"/>
                <a:ea typeface="Aptos"/>
                <a:cs typeface="Aptos"/>
              </a:defRPr>
            </a:pPr>
            <a:r>
              <a:rPr sz="470" b="1">
                <a:solidFill>
                  <a:srgbClr val="007C88"/>
                </a:solidFill>
                <a:latin typeface="Aptos"/>
                <a:ea typeface="Aptos"/>
                <a:cs typeface="Aptos"/>
              </a:rPr>
              <a:t>P2 · MULTI-PACKAGE REASONING</a:t>
            </a:r>
          </a:p>
        </p:txBody>
      </p:sp>
      <p:sp>
        <p:nvSpPr>
          <p:cNvPr id="49" name="P2 lane status">
            <a:extLst>
              <a:ext uri="{FF2B5EF4-FFF2-40B4-BE49-F238E27FC236}">
                <a16:creationId xmlns:a16="http://schemas.microsoft.com/office/drawing/2014/main" id="{9EE61D49-8C27-4F72-8E22-B64AB1A1FD62}"/>
              </a:ext>
            </a:extLst>
          </p:cNvPr>
          <p:cNvSpPr>
            <a:spLocks noGrp="1"/>
          </p:cNvSpPr>
          <p:nvPr/>
        </p:nvSpPr>
        <p:spPr>
          <a:xfrm>
            <a:off x="2844800" y="2663190"/>
            <a:ext cx="104140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1">
                <a:solidFill>
                  <a:srgbClr val="007C88"/>
                </a:solidFill>
                <a:latin typeface="Aptos"/>
                <a:ea typeface="Aptos"/>
                <a:cs typeface="Aptos"/>
              </a:defRPr>
            </a:pPr>
            <a:r>
              <a:rPr sz="460" b="1">
                <a:solidFill>
                  <a:srgbClr val="007C88"/>
                </a:solidFill>
                <a:latin typeface="Aptos"/>
                <a:ea typeface="Aptos"/>
                <a:cs typeface="Aptos"/>
              </a:rPr>
              <a:t>PROPOSED EXTENSION</a:t>
            </a:r>
          </a:p>
        </p:txBody>
      </p:sp>
      <p:sp>
        <p:nvSpPr>
          <p:cNvPr id="50" name="Bag handle 0">
            <a:extLst>
              <a:ext uri="{FF2B5EF4-FFF2-40B4-BE49-F238E27FC236}">
                <a16:creationId xmlns:a16="http://schemas.microsoft.com/office/drawing/2014/main" id="{79BE7E4C-E594-4B05-A38F-8AD62276D68E}"/>
              </a:ext>
            </a:extLst>
          </p:cNvPr>
          <p:cNvSpPr>
            <a:spLocks noGrp="1"/>
          </p:cNvSpPr>
          <p:nvPr/>
        </p:nvSpPr>
        <p:spPr>
          <a:xfrm>
            <a:off x="266700" y="2742071"/>
            <a:ext cx="101600" cy="20508"/>
          </a:xfrm>
          <a:prstGeom prst="roundRect">
            <a:avLst>
              <a:gd name="adj" fmla="val 50000"/>
            </a:avLst>
          </a:prstGeom>
          <a:solidFill>
            <a:srgbClr val="FFFFFF"/>
          </a:solidFill>
          <a:ln w="5715">
            <a:solidFill>
              <a:srgbClr val="007C88"/>
            </a:solidFill>
          </a:ln>
        </p:spPr>
        <p:txBody>
          <a:bodyPr/>
          <a:lstStyle/>
          <a:p>
            <a:endParaRPr/>
          </a:p>
        </p:txBody>
      </p:sp>
      <p:sp>
        <p:nvSpPr>
          <p:cNvPr id="51" name="Related bag 0">
            <a:extLst>
              <a:ext uri="{FF2B5EF4-FFF2-40B4-BE49-F238E27FC236}">
                <a16:creationId xmlns:a16="http://schemas.microsoft.com/office/drawing/2014/main" id="{8D10C6AE-D64D-4344-B7CF-55FCC152AB87}"/>
              </a:ext>
            </a:extLst>
          </p:cNvPr>
          <p:cNvSpPr>
            <a:spLocks noGrp="1"/>
          </p:cNvSpPr>
          <p:nvPr/>
        </p:nvSpPr>
        <p:spPr>
          <a:xfrm>
            <a:off x="177800" y="2757452"/>
            <a:ext cx="304800" cy="97414"/>
          </a:xfrm>
          <a:prstGeom prst="roundRect">
            <a:avLst>
              <a:gd name="adj" fmla="val 50000"/>
            </a:avLst>
          </a:prstGeom>
          <a:solidFill>
            <a:srgbClr val="E9F5F5"/>
          </a:solidFill>
          <a:ln w="6985">
            <a:solidFill>
              <a:srgbClr val="007C88"/>
            </a:solidFill>
          </a:ln>
        </p:spPr>
        <p:txBody>
          <a:bodyPr/>
          <a:lstStyle/>
          <a:p>
            <a:endParaRPr/>
          </a:p>
        </p:txBody>
      </p:sp>
      <p:sp>
        <p:nvSpPr>
          <p:cNvPr id="52" name="Abstract component 0">
            <a:extLst>
              <a:ext uri="{FF2B5EF4-FFF2-40B4-BE49-F238E27FC236}">
                <a16:creationId xmlns:a16="http://schemas.microsoft.com/office/drawing/2014/main" id="{00D403EC-2B86-4D7E-995A-194A4DC1CF85}"/>
              </a:ext>
            </a:extLst>
          </p:cNvPr>
          <p:cNvSpPr>
            <a:spLocks noGrp="1"/>
          </p:cNvSpPr>
          <p:nvPr/>
        </p:nvSpPr>
        <p:spPr>
          <a:xfrm>
            <a:off x="241300" y="2783087"/>
            <a:ext cx="69850" cy="41016"/>
          </a:xfrm>
          <a:prstGeom prst="rect">
            <a:avLst/>
          </a:prstGeom>
          <a:solidFill>
            <a:srgbClr val="79BCC4"/>
          </a:solidFill>
          <a:ln w="3175">
            <a:solidFill>
              <a:srgbClr val="007C88"/>
            </a:solidFill>
          </a:ln>
        </p:spPr>
        <p:txBody>
          <a:bodyPr/>
          <a:lstStyle/>
          <a:p>
            <a:endParaRPr/>
          </a:p>
        </p:txBody>
      </p:sp>
      <p:sp>
        <p:nvSpPr>
          <p:cNvPr id="53" name="Bag id 0">
            <a:extLst>
              <a:ext uri="{FF2B5EF4-FFF2-40B4-BE49-F238E27FC236}">
                <a16:creationId xmlns:a16="http://schemas.microsoft.com/office/drawing/2014/main" id="{04EFCF63-BF49-4AFE-B4F5-2D2FBAFE9504}"/>
              </a:ext>
            </a:extLst>
          </p:cNvPr>
          <p:cNvSpPr>
            <a:spLocks noGrp="1"/>
          </p:cNvSpPr>
          <p:nvPr/>
        </p:nvSpPr>
        <p:spPr>
          <a:xfrm>
            <a:off x="393700" y="2777960"/>
            <a:ext cx="635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70" b="1">
                <a:solidFill>
                  <a:srgbClr val="007C88"/>
                </a:solidFill>
                <a:latin typeface="Aptos"/>
                <a:ea typeface="Aptos"/>
                <a:cs typeface="Aptos"/>
              </a:defRPr>
            </a:pPr>
            <a:r>
              <a:rPr sz="470" b="1">
                <a:solidFill>
                  <a:srgbClr val="007C88"/>
                </a:solidFill>
                <a:latin typeface="Aptos"/>
                <a:ea typeface="Aptos"/>
                <a:cs typeface="Aptos"/>
              </a:rPr>
              <a:t>A</a:t>
            </a:r>
          </a:p>
        </p:txBody>
      </p:sp>
      <p:sp>
        <p:nvSpPr>
          <p:cNvPr id="54" name="Bag handle 1">
            <a:extLst>
              <a:ext uri="{FF2B5EF4-FFF2-40B4-BE49-F238E27FC236}">
                <a16:creationId xmlns:a16="http://schemas.microsoft.com/office/drawing/2014/main" id="{3EBF9B91-1AD8-4AE4-A2D9-21FF15268BEB}"/>
              </a:ext>
            </a:extLst>
          </p:cNvPr>
          <p:cNvSpPr>
            <a:spLocks noGrp="1"/>
          </p:cNvSpPr>
          <p:nvPr/>
        </p:nvSpPr>
        <p:spPr>
          <a:xfrm>
            <a:off x="635000" y="2742071"/>
            <a:ext cx="101600" cy="20508"/>
          </a:xfrm>
          <a:prstGeom prst="roundRect">
            <a:avLst>
              <a:gd name="adj" fmla="val 50000"/>
            </a:avLst>
          </a:prstGeom>
          <a:solidFill>
            <a:srgbClr val="FFFFFF"/>
          </a:solidFill>
          <a:ln w="5715">
            <a:solidFill>
              <a:srgbClr val="007C88"/>
            </a:solidFill>
          </a:ln>
        </p:spPr>
        <p:txBody>
          <a:bodyPr/>
          <a:lstStyle/>
          <a:p>
            <a:endParaRPr/>
          </a:p>
        </p:txBody>
      </p:sp>
      <p:sp>
        <p:nvSpPr>
          <p:cNvPr id="55" name="Related bag 1">
            <a:extLst>
              <a:ext uri="{FF2B5EF4-FFF2-40B4-BE49-F238E27FC236}">
                <a16:creationId xmlns:a16="http://schemas.microsoft.com/office/drawing/2014/main" id="{5BBC29F5-437F-472E-87A2-58389C01037B}"/>
              </a:ext>
            </a:extLst>
          </p:cNvPr>
          <p:cNvSpPr>
            <a:spLocks noGrp="1"/>
          </p:cNvSpPr>
          <p:nvPr/>
        </p:nvSpPr>
        <p:spPr>
          <a:xfrm>
            <a:off x="546100" y="2757452"/>
            <a:ext cx="304800" cy="97414"/>
          </a:xfrm>
          <a:prstGeom prst="roundRect">
            <a:avLst>
              <a:gd name="adj" fmla="val 50000"/>
            </a:avLst>
          </a:prstGeom>
          <a:solidFill>
            <a:srgbClr val="E9F5F5"/>
          </a:solidFill>
          <a:ln w="6985">
            <a:solidFill>
              <a:srgbClr val="007C88"/>
            </a:solidFill>
          </a:ln>
        </p:spPr>
        <p:txBody>
          <a:bodyPr/>
          <a:lstStyle/>
          <a:p>
            <a:endParaRPr/>
          </a:p>
        </p:txBody>
      </p:sp>
      <p:sp>
        <p:nvSpPr>
          <p:cNvPr id="56" name="Abstract component 1">
            <a:extLst>
              <a:ext uri="{FF2B5EF4-FFF2-40B4-BE49-F238E27FC236}">
                <a16:creationId xmlns:a16="http://schemas.microsoft.com/office/drawing/2014/main" id="{259EAB79-2A56-493A-98CB-D59E47BE22E7}"/>
              </a:ext>
            </a:extLst>
          </p:cNvPr>
          <p:cNvSpPr>
            <a:spLocks noGrp="1"/>
          </p:cNvSpPr>
          <p:nvPr/>
        </p:nvSpPr>
        <p:spPr>
          <a:xfrm>
            <a:off x="635000" y="2783087"/>
            <a:ext cx="69850" cy="41016"/>
          </a:xfrm>
          <a:prstGeom prst="rect">
            <a:avLst/>
          </a:prstGeom>
          <a:solidFill>
            <a:srgbClr val="79BCC4"/>
          </a:solidFill>
          <a:ln w="3175">
            <a:solidFill>
              <a:srgbClr val="007C88"/>
            </a:solidFill>
          </a:ln>
        </p:spPr>
        <p:txBody>
          <a:bodyPr/>
          <a:lstStyle/>
          <a:p>
            <a:endParaRPr/>
          </a:p>
        </p:txBody>
      </p:sp>
      <p:sp>
        <p:nvSpPr>
          <p:cNvPr id="57" name="Bag id 1">
            <a:extLst>
              <a:ext uri="{FF2B5EF4-FFF2-40B4-BE49-F238E27FC236}">
                <a16:creationId xmlns:a16="http://schemas.microsoft.com/office/drawing/2014/main" id="{486A57B0-C258-4706-B6C8-09D9C97DD547}"/>
              </a:ext>
            </a:extLst>
          </p:cNvPr>
          <p:cNvSpPr>
            <a:spLocks noGrp="1"/>
          </p:cNvSpPr>
          <p:nvPr/>
        </p:nvSpPr>
        <p:spPr>
          <a:xfrm>
            <a:off x="762000" y="2777960"/>
            <a:ext cx="635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70" b="1">
                <a:solidFill>
                  <a:srgbClr val="007C88"/>
                </a:solidFill>
                <a:latin typeface="Aptos"/>
                <a:ea typeface="Aptos"/>
                <a:cs typeface="Aptos"/>
              </a:defRPr>
            </a:pPr>
            <a:r>
              <a:rPr sz="470" b="1">
                <a:solidFill>
                  <a:srgbClr val="007C88"/>
                </a:solidFill>
                <a:latin typeface="Aptos"/>
                <a:ea typeface="Aptos"/>
                <a:cs typeface="Aptos"/>
              </a:rPr>
              <a:t>B</a:t>
            </a:r>
          </a:p>
        </p:txBody>
      </p:sp>
      <p:sp>
        <p:nvSpPr>
          <p:cNvPr id="58" name="Bag handle 2">
            <a:extLst>
              <a:ext uri="{FF2B5EF4-FFF2-40B4-BE49-F238E27FC236}">
                <a16:creationId xmlns:a16="http://schemas.microsoft.com/office/drawing/2014/main" id="{7FD95057-14D7-48B9-AA88-31B773D4BE61}"/>
              </a:ext>
            </a:extLst>
          </p:cNvPr>
          <p:cNvSpPr>
            <a:spLocks noGrp="1"/>
          </p:cNvSpPr>
          <p:nvPr/>
        </p:nvSpPr>
        <p:spPr>
          <a:xfrm>
            <a:off x="266700" y="2870247"/>
            <a:ext cx="101600" cy="20508"/>
          </a:xfrm>
          <a:prstGeom prst="roundRect">
            <a:avLst>
              <a:gd name="adj" fmla="val 50000"/>
            </a:avLst>
          </a:prstGeom>
          <a:solidFill>
            <a:srgbClr val="FFFFFF"/>
          </a:solidFill>
          <a:ln w="5715">
            <a:solidFill>
              <a:srgbClr val="007C88"/>
            </a:solidFill>
          </a:ln>
        </p:spPr>
        <p:txBody>
          <a:bodyPr/>
          <a:lstStyle/>
          <a:p>
            <a:endParaRPr/>
          </a:p>
        </p:txBody>
      </p:sp>
      <p:sp>
        <p:nvSpPr>
          <p:cNvPr id="59" name="Related bag 2">
            <a:extLst>
              <a:ext uri="{FF2B5EF4-FFF2-40B4-BE49-F238E27FC236}">
                <a16:creationId xmlns:a16="http://schemas.microsoft.com/office/drawing/2014/main" id="{DDB709B6-39BD-48E7-8E20-373FE6D5EDAE}"/>
              </a:ext>
            </a:extLst>
          </p:cNvPr>
          <p:cNvSpPr>
            <a:spLocks noGrp="1"/>
          </p:cNvSpPr>
          <p:nvPr/>
        </p:nvSpPr>
        <p:spPr>
          <a:xfrm>
            <a:off x="177800" y="2885628"/>
            <a:ext cx="304800" cy="97414"/>
          </a:xfrm>
          <a:prstGeom prst="roundRect">
            <a:avLst>
              <a:gd name="adj" fmla="val 50000"/>
            </a:avLst>
          </a:prstGeom>
          <a:solidFill>
            <a:srgbClr val="E9F5F5"/>
          </a:solidFill>
          <a:ln w="6985">
            <a:solidFill>
              <a:srgbClr val="007C88"/>
            </a:solidFill>
          </a:ln>
        </p:spPr>
        <p:txBody>
          <a:bodyPr/>
          <a:lstStyle/>
          <a:p>
            <a:endParaRPr/>
          </a:p>
        </p:txBody>
      </p:sp>
      <p:sp>
        <p:nvSpPr>
          <p:cNvPr id="60" name="Abstract component 2">
            <a:extLst>
              <a:ext uri="{FF2B5EF4-FFF2-40B4-BE49-F238E27FC236}">
                <a16:creationId xmlns:a16="http://schemas.microsoft.com/office/drawing/2014/main" id="{7057D677-7237-4796-96AF-3B936521FB6E}"/>
              </a:ext>
            </a:extLst>
          </p:cNvPr>
          <p:cNvSpPr>
            <a:spLocks noGrp="1"/>
          </p:cNvSpPr>
          <p:nvPr/>
        </p:nvSpPr>
        <p:spPr>
          <a:xfrm>
            <a:off x="241300" y="2911263"/>
            <a:ext cx="69850" cy="41016"/>
          </a:xfrm>
          <a:prstGeom prst="rect">
            <a:avLst/>
          </a:prstGeom>
          <a:solidFill>
            <a:srgbClr val="79BCC4"/>
          </a:solidFill>
          <a:ln w="3175">
            <a:solidFill>
              <a:srgbClr val="007C88"/>
            </a:solidFill>
          </a:ln>
        </p:spPr>
        <p:txBody>
          <a:bodyPr/>
          <a:lstStyle/>
          <a:p>
            <a:endParaRPr/>
          </a:p>
        </p:txBody>
      </p:sp>
      <p:sp>
        <p:nvSpPr>
          <p:cNvPr id="61" name="Bag id 2">
            <a:extLst>
              <a:ext uri="{FF2B5EF4-FFF2-40B4-BE49-F238E27FC236}">
                <a16:creationId xmlns:a16="http://schemas.microsoft.com/office/drawing/2014/main" id="{A340EC75-CB64-4DAF-80BE-E7214A8025E5}"/>
              </a:ext>
            </a:extLst>
          </p:cNvPr>
          <p:cNvSpPr>
            <a:spLocks noGrp="1"/>
          </p:cNvSpPr>
          <p:nvPr/>
        </p:nvSpPr>
        <p:spPr>
          <a:xfrm>
            <a:off x="393700" y="2906136"/>
            <a:ext cx="635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70" b="1">
                <a:solidFill>
                  <a:srgbClr val="007C88"/>
                </a:solidFill>
                <a:latin typeface="Aptos"/>
                <a:ea typeface="Aptos"/>
                <a:cs typeface="Aptos"/>
              </a:defRPr>
            </a:pPr>
            <a:r>
              <a:rPr sz="470" b="1">
                <a:solidFill>
                  <a:srgbClr val="007C88"/>
                </a:solidFill>
                <a:latin typeface="Aptos"/>
                <a:ea typeface="Aptos"/>
                <a:cs typeface="Aptos"/>
              </a:rPr>
              <a:t>C</a:t>
            </a:r>
          </a:p>
        </p:txBody>
      </p:sp>
      <p:sp>
        <p:nvSpPr>
          <p:cNvPr id="62" name="Bag handle 3">
            <a:extLst>
              <a:ext uri="{FF2B5EF4-FFF2-40B4-BE49-F238E27FC236}">
                <a16:creationId xmlns:a16="http://schemas.microsoft.com/office/drawing/2014/main" id="{003855CD-1DDB-417F-B5D1-509627267B28}"/>
              </a:ext>
            </a:extLst>
          </p:cNvPr>
          <p:cNvSpPr>
            <a:spLocks noGrp="1"/>
          </p:cNvSpPr>
          <p:nvPr/>
        </p:nvSpPr>
        <p:spPr>
          <a:xfrm>
            <a:off x="635000" y="2870247"/>
            <a:ext cx="101600" cy="20508"/>
          </a:xfrm>
          <a:prstGeom prst="roundRect">
            <a:avLst>
              <a:gd name="adj" fmla="val 50000"/>
            </a:avLst>
          </a:prstGeom>
          <a:solidFill>
            <a:srgbClr val="FFFFFF"/>
          </a:solidFill>
          <a:ln w="5715">
            <a:solidFill>
              <a:srgbClr val="007C88"/>
            </a:solidFill>
          </a:ln>
        </p:spPr>
        <p:txBody>
          <a:bodyPr/>
          <a:lstStyle/>
          <a:p>
            <a:endParaRPr/>
          </a:p>
        </p:txBody>
      </p:sp>
      <p:sp>
        <p:nvSpPr>
          <p:cNvPr id="63" name="Related bag 3">
            <a:extLst>
              <a:ext uri="{FF2B5EF4-FFF2-40B4-BE49-F238E27FC236}">
                <a16:creationId xmlns:a16="http://schemas.microsoft.com/office/drawing/2014/main" id="{7BF9C5FA-57CF-4FCB-B0CF-9487723D87EC}"/>
              </a:ext>
            </a:extLst>
          </p:cNvPr>
          <p:cNvSpPr>
            <a:spLocks noGrp="1"/>
          </p:cNvSpPr>
          <p:nvPr/>
        </p:nvSpPr>
        <p:spPr>
          <a:xfrm>
            <a:off x="546100" y="2885628"/>
            <a:ext cx="304800" cy="97414"/>
          </a:xfrm>
          <a:prstGeom prst="roundRect">
            <a:avLst>
              <a:gd name="adj" fmla="val 50000"/>
            </a:avLst>
          </a:prstGeom>
          <a:solidFill>
            <a:srgbClr val="E9F5F5"/>
          </a:solidFill>
          <a:ln w="6985">
            <a:solidFill>
              <a:srgbClr val="007C88"/>
            </a:solidFill>
          </a:ln>
        </p:spPr>
        <p:txBody>
          <a:bodyPr/>
          <a:lstStyle/>
          <a:p>
            <a:endParaRPr/>
          </a:p>
        </p:txBody>
      </p:sp>
      <p:sp>
        <p:nvSpPr>
          <p:cNvPr id="64" name="Abstract component 3">
            <a:extLst>
              <a:ext uri="{FF2B5EF4-FFF2-40B4-BE49-F238E27FC236}">
                <a16:creationId xmlns:a16="http://schemas.microsoft.com/office/drawing/2014/main" id="{9A00BD14-CB76-405E-B0E7-E91CB82CE0F0}"/>
              </a:ext>
            </a:extLst>
          </p:cNvPr>
          <p:cNvSpPr>
            <a:spLocks noGrp="1"/>
          </p:cNvSpPr>
          <p:nvPr/>
        </p:nvSpPr>
        <p:spPr>
          <a:xfrm>
            <a:off x="635000" y="2911263"/>
            <a:ext cx="69850" cy="41016"/>
          </a:xfrm>
          <a:prstGeom prst="rect">
            <a:avLst/>
          </a:prstGeom>
          <a:solidFill>
            <a:srgbClr val="79BCC4"/>
          </a:solidFill>
          <a:ln w="3175">
            <a:solidFill>
              <a:srgbClr val="007C88"/>
            </a:solidFill>
          </a:ln>
        </p:spPr>
        <p:txBody>
          <a:bodyPr/>
          <a:lstStyle/>
          <a:p>
            <a:endParaRPr/>
          </a:p>
        </p:txBody>
      </p:sp>
      <p:sp>
        <p:nvSpPr>
          <p:cNvPr id="65" name="Bag id 3">
            <a:extLst>
              <a:ext uri="{FF2B5EF4-FFF2-40B4-BE49-F238E27FC236}">
                <a16:creationId xmlns:a16="http://schemas.microsoft.com/office/drawing/2014/main" id="{36E6B5FE-7C04-4C89-B1F2-E366D419292E}"/>
              </a:ext>
            </a:extLst>
          </p:cNvPr>
          <p:cNvSpPr>
            <a:spLocks noGrp="1"/>
          </p:cNvSpPr>
          <p:nvPr/>
        </p:nvSpPr>
        <p:spPr>
          <a:xfrm>
            <a:off x="762000" y="2906136"/>
            <a:ext cx="63500" cy="76200"/>
          </a:xfrm>
          <a:prstGeom prst="rect">
            <a:avLst/>
          </a:prstGeom>
          <a:solidFill>
            <a:srgbClr val="000000">
              <a:alpha val="0"/>
            </a:srgbClr>
          </a:solidFill>
          <a:ln w="0">
            <a:solidFill>
              <a:srgbClr val="000000">
                <a:alpha val="0"/>
              </a:srgbClr>
            </a:solidFill>
          </a:ln>
        </p:spPr>
        <p:txBody>
          <a:bodyPr lIns="0" tIns="0" rIns="0" bIns="0" anchor="t"/>
          <a:lstStyle/>
          <a:p>
            <a:pPr algn="ctr">
              <a:buNone/>
              <a:defRPr sz="470" b="1">
                <a:solidFill>
                  <a:srgbClr val="007C88"/>
                </a:solidFill>
                <a:latin typeface="Aptos"/>
                <a:ea typeface="Aptos"/>
                <a:cs typeface="Aptos"/>
              </a:defRPr>
            </a:pPr>
            <a:r>
              <a:rPr sz="470" b="1">
                <a:solidFill>
                  <a:srgbClr val="007C88"/>
                </a:solidFill>
                <a:latin typeface="Aptos"/>
                <a:ea typeface="Aptos"/>
                <a:cs typeface="Aptos"/>
              </a:rPr>
              <a:t>D</a:t>
            </a:r>
          </a:p>
        </p:txBody>
      </p:sp>
      <p:sp>
        <p:nvSpPr>
          <p:cNvPr id="66" name="Input case grouping">
            <a:extLst>
              <a:ext uri="{FF2B5EF4-FFF2-40B4-BE49-F238E27FC236}">
                <a16:creationId xmlns:a16="http://schemas.microsoft.com/office/drawing/2014/main" id="{4A2C62E2-1928-4D51-9C18-05F7743331E9}"/>
              </a:ext>
            </a:extLst>
          </p:cNvPr>
          <p:cNvSpPr>
            <a:spLocks noGrp="1"/>
          </p:cNvSpPr>
          <p:nvPr/>
        </p:nvSpPr>
        <p:spPr>
          <a:xfrm>
            <a:off x="152400" y="3009900"/>
            <a:ext cx="7747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40" b="0">
                <a:solidFill>
                  <a:srgbClr val="53697A"/>
                </a:solidFill>
                <a:latin typeface="Aptos"/>
                <a:ea typeface="Aptos"/>
                <a:cs typeface="Aptos"/>
              </a:defRPr>
            </a:pPr>
            <a:r>
              <a:rPr sz="410" b="0">
                <a:solidFill>
                  <a:srgbClr val="53697A"/>
                </a:solidFill>
                <a:latin typeface="Aptos"/>
                <a:ea typeface="Aptos"/>
                <a:cs typeface="Aptos"/>
              </a:rPr>
              <a:t>Verified case membership</a:t>
            </a:r>
          </a:p>
        </p:txBody>
      </p:sp>
      <p:sp>
        <p:nvSpPr>
          <p:cNvPr id="67" name="Grounding block">
            <a:extLst>
              <a:ext uri="{FF2B5EF4-FFF2-40B4-BE49-F238E27FC236}">
                <a16:creationId xmlns:a16="http://schemas.microsoft.com/office/drawing/2014/main" id="{4B7CFB31-CBED-4C99-8C68-DF520A18FF24}"/>
              </a:ext>
            </a:extLst>
          </p:cNvPr>
          <p:cNvSpPr>
            <a:spLocks noGrp="1"/>
          </p:cNvSpPr>
          <p:nvPr/>
        </p:nvSpPr>
        <p:spPr>
          <a:xfrm>
            <a:off x="1104900" y="2736944"/>
            <a:ext cx="876300" cy="276860"/>
          </a:xfrm>
          <a:prstGeom prst="rect">
            <a:avLst/>
          </a:prstGeom>
          <a:solidFill>
            <a:srgbClr val="E9F5F5"/>
          </a:solidFill>
          <a:ln w="5080">
            <a:solidFill>
              <a:srgbClr val="BDCFE0"/>
            </a:solidFill>
          </a:ln>
        </p:spPr>
        <p:txBody>
          <a:bodyPr/>
          <a:lstStyle/>
          <a:p>
            <a:endParaRPr/>
          </a:p>
        </p:txBody>
      </p:sp>
      <p:sp>
        <p:nvSpPr>
          <p:cNvPr id="68" name="Grounding title">
            <a:extLst>
              <a:ext uri="{FF2B5EF4-FFF2-40B4-BE49-F238E27FC236}">
                <a16:creationId xmlns:a16="http://schemas.microsoft.com/office/drawing/2014/main" id="{3F88AAD4-D175-4A2A-B94A-054E94E0BB90}"/>
              </a:ext>
            </a:extLst>
          </p:cNvPr>
          <p:cNvSpPr>
            <a:spLocks noGrp="1"/>
          </p:cNvSpPr>
          <p:nvPr/>
        </p:nvSpPr>
        <p:spPr>
          <a:xfrm>
            <a:off x="1155700" y="2757452"/>
            <a:ext cx="774700" cy="88900"/>
          </a:xfrm>
          <a:prstGeom prst="rect">
            <a:avLst/>
          </a:prstGeom>
          <a:solidFill>
            <a:srgbClr val="000000">
              <a:alpha val="0"/>
            </a:srgbClr>
          </a:solidFill>
          <a:ln w="0">
            <a:solidFill>
              <a:srgbClr val="000000">
                <a:alpha val="0"/>
              </a:srgbClr>
            </a:solidFill>
          </a:ln>
        </p:spPr>
        <p:txBody>
          <a:bodyPr lIns="0" tIns="0" rIns="0" bIns="0" anchor="t"/>
          <a:lstStyle/>
          <a:p>
            <a:pPr algn="l">
              <a:buNone/>
              <a:defRPr sz="550" b="1">
                <a:solidFill>
                  <a:srgbClr val="007C88"/>
                </a:solidFill>
                <a:latin typeface="Aptos"/>
                <a:ea typeface="Aptos"/>
                <a:cs typeface="Aptos"/>
              </a:defRPr>
            </a:pPr>
            <a:r>
              <a:rPr sz="520" b="1">
                <a:solidFill>
                  <a:srgbClr val="007C88"/>
                </a:solidFill>
                <a:latin typeface="Aptos"/>
                <a:ea typeface="Aptos"/>
                <a:cs typeface="Aptos"/>
              </a:rPr>
              <a:t>Component grounding</a:t>
            </a:r>
          </a:p>
        </p:txBody>
      </p:sp>
      <p:sp>
        <p:nvSpPr>
          <p:cNvPr id="69" name="Grounding body">
            <a:extLst>
              <a:ext uri="{FF2B5EF4-FFF2-40B4-BE49-F238E27FC236}">
                <a16:creationId xmlns:a16="http://schemas.microsoft.com/office/drawing/2014/main" id="{B3B7488D-0752-4B52-BE2F-20DF51D1B857}"/>
              </a:ext>
            </a:extLst>
          </p:cNvPr>
          <p:cNvSpPr>
            <a:spLocks noGrp="1"/>
          </p:cNvSpPr>
          <p:nvPr/>
        </p:nvSpPr>
        <p:spPr>
          <a:xfrm>
            <a:off x="1155700" y="2853690"/>
            <a:ext cx="774700" cy="152400"/>
          </a:xfrm>
          <a:prstGeom prst="rect">
            <a:avLst/>
          </a:prstGeom>
          <a:solidFill>
            <a:srgbClr val="000000">
              <a:alpha val="0"/>
            </a:srgbClr>
          </a:solidFill>
          <a:ln w="0">
            <a:solidFill>
              <a:srgbClr val="000000">
                <a:alpha val="0"/>
              </a:srgbClr>
            </a:solidFill>
          </a:ln>
        </p:spPr>
        <p:txBody>
          <a:bodyPr lIns="0" tIns="0" rIns="0" bIns="0" anchor="t"/>
          <a:lstStyle/>
          <a:p>
            <a:pPr algn="l">
              <a:buNone/>
              <a:defRPr sz="460" b="0">
                <a:solidFill>
                  <a:srgbClr val="20354A"/>
                </a:solidFill>
                <a:latin typeface="Aptos"/>
                <a:ea typeface="Aptos"/>
                <a:cs typeface="Aptos"/>
              </a:defRPr>
            </a:pPr>
            <a:r>
              <a:rPr sz="460" b="0">
                <a:solidFill>
                  <a:srgbClr val="20354A"/>
                </a:solidFill>
                <a:latin typeface="Aptos"/>
                <a:ea typeface="Aptos"/>
                <a:cs typeface="Aptos"/>
              </a:rPr>
              <a:t>Regions + masks + features</a:t>
            </a:r>
          </a:p>
          <a:p>
            <a:pPr algn="l">
              <a:buNone/>
              <a:defRPr sz="460" b="0">
                <a:solidFill>
                  <a:srgbClr val="20354A"/>
                </a:solidFill>
                <a:latin typeface="Aptos"/>
                <a:ea typeface="Aptos"/>
                <a:cs typeface="Aptos"/>
              </a:defRPr>
            </a:pPr>
            <a:r>
              <a:rPr sz="460" b="0">
                <a:solidFill>
                  <a:srgbClr val="20354A"/>
                </a:solidFill>
                <a:latin typeface="Aptos"/>
                <a:ea typeface="Aptos"/>
                <a:cs typeface="Aptos"/>
              </a:rPr>
              <a:t>Retain scan and region IDs</a:t>
            </a:r>
          </a:p>
        </p:txBody>
      </p:sp>
      <p:sp>
        <p:nvSpPr>
          <p:cNvPr id="70" name="Late fusion alternative">
            <a:extLst>
              <a:ext uri="{FF2B5EF4-FFF2-40B4-BE49-F238E27FC236}">
                <a16:creationId xmlns:a16="http://schemas.microsoft.com/office/drawing/2014/main" id="{997B7966-DD35-428C-8996-E86DECB37F8D}"/>
              </a:ext>
            </a:extLst>
          </p:cNvPr>
          <p:cNvSpPr>
            <a:spLocks noGrp="1"/>
          </p:cNvSpPr>
          <p:nvPr/>
        </p:nvSpPr>
        <p:spPr>
          <a:xfrm>
            <a:off x="2209800" y="2736944"/>
            <a:ext cx="762000" cy="112795"/>
          </a:xfrm>
          <a:prstGeom prst="rect">
            <a:avLst/>
          </a:prstGeom>
          <a:solidFill>
            <a:srgbClr val="FFFFFF"/>
          </a:solidFill>
          <a:ln w="6350">
            <a:solidFill>
              <a:srgbClr val="007C88"/>
            </a:solidFill>
          </a:ln>
        </p:spPr>
        <p:txBody>
          <a:bodyPr/>
          <a:lstStyle/>
          <a:p>
            <a:endParaRPr/>
          </a:p>
        </p:txBody>
      </p:sp>
      <p:sp>
        <p:nvSpPr>
          <p:cNvPr id="71" name="Late fusion label">
            <a:extLst>
              <a:ext uri="{FF2B5EF4-FFF2-40B4-BE49-F238E27FC236}">
                <a16:creationId xmlns:a16="http://schemas.microsoft.com/office/drawing/2014/main" id="{DFD96E20-6A33-42F3-B554-2C49D13B6B32}"/>
              </a:ext>
            </a:extLst>
          </p:cNvPr>
          <p:cNvSpPr>
            <a:spLocks noGrp="1"/>
          </p:cNvSpPr>
          <p:nvPr/>
        </p:nvSpPr>
        <p:spPr>
          <a:xfrm>
            <a:off x="2247900" y="2757452"/>
            <a:ext cx="685800" cy="88900"/>
          </a:xfrm>
          <a:prstGeom prst="rect">
            <a:avLst/>
          </a:prstGeom>
          <a:solidFill>
            <a:srgbClr val="000000">
              <a:alpha val="0"/>
            </a:srgbClr>
          </a:solidFill>
          <a:ln w="0">
            <a:solidFill>
              <a:srgbClr val="000000">
                <a:alpha val="0"/>
              </a:srgbClr>
            </a:solidFill>
          </a:ln>
        </p:spPr>
        <p:txBody>
          <a:bodyPr lIns="0" tIns="0" rIns="0" bIns="0" anchor="t"/>
          <a:lstStyle/>
          <a:p>
            <a:pPr algn="ctr">
              <a:buNone/>
              <a:defRPr sz="470" b="1">
                <a:solidFill>
                  <a:srgbClr val="007C88"/>
                </a:solidFill>
                <a:latin typeface="Aptos"/>
                <a:ea typeface="Aptos"/>
                <a:cs typeface="Aptos"/>
              </a:defRPr>
            </a:pPr>
            <a:r>
              <a:rPr sz="470" b="1">
                <a:solidFill>
                  <a:srgbClr val="007C88"/>
                </a:solidFill>
                <a:latin typeface="Aptos"/>
                <a:ea typeface="Aptos"/>
                <a:cs typeface="Aptos"/>
              </a:rPr>
              <a:t>Score-based late fusion</a:t>
            </a:r>
          </a:p>
        </p:txBody>
      </p:sp>
      <p:sp>
        <p:nvSpPr>
          <p:cNvPr id="72" name="Multi input alternative">
            <a:extLst>
              <a:ext uri="{FF2B5EF4-FFF2-40B4-BE49-F238E27FC236}">
                <a16:creationId xmlns:a16="http://schemas.microsoft.com/office/drawing/2014/main" id="{7AC40239-5F49-4EE4-8E03-8ABF514F1976}"/>
              </a:ext>
            </a:extLst>
          </p:cNvPr>
          <p:cNvSpPr>
            <a:spLocks noGrp="1"/>
          </p:cNvSpPr>
          <p:nvPr/>
        </p:nvSpPr>
        <p:spPr>
          <a:xfrm>
            <a:off x="2209800" y="2901009"/>
            <a:ext cx="762000" cy="112795"/>
          </a:xfrm>
          <a:prstGeom prst="rect">
            <a:avLst/>
          </a:prstGeom>
          <a:solidFill>
            <a:srgbClr val="FFFFFF"/>
          </a:solidFill>
          <a:ln w="6350">
            <a:solidFill>
              <a:srgbClr val="007C88"/>
            </a:solidFill>
          </a:ln>
        </p:spPr>
        <p:txBody>
          <a:bodyPr/>
          <a:lstStyle/>
          <a:p>
            <a:endParaRPr/>
          </a:p>
        </p:txBody>
      </p:sp>
      <p:sp>
        <p:nvSpPr>
          <p:cNvPr id="73" name="Multi input label">
            <a:extLst>
              <a:ext uri="{FF2B5EF4-FFF2-40B4-BE49-F238E27FC236}">
                <a16:creationId xmlns:a16="http://schemas.microsoft.com/office/drawing/2014/main" id="{339BE1D3-5838-4BC9-8C97-17D0B8C28FD8}"/>
              </a:ext>
            </a:extLst>
          </p:cNvPr>
          <p:cNvSpPr>
            <a:spLocks noGrp="1"/>
          </p:cNvSpPr>
          <p:nvPr/>
        </p:nvSpPr>
        <p:spPr>
          <a:xfrm>
            <a:off x="2247900" y="2921517"/>
            <a:ext cx="685800" cy="88900"/>
          </a:xfrm>
          <a:prstGeom prst="rect">
            <a:avLst/>
          </a:prstGeom>
          <a:solidFill>
            <a:srgbClr val="000000">
              <a:alpha val="0"/>
            </a:srgbClr>
          </a:solidFill>
          <a:ln w="0">
            <a:solidFill>
              <a:srgbClr val="000000">
                <a:alpha val="0"/>
              </a:srgbClr>
            </a:solidFill>
          </a:ln>
        </p:spPr>
        <p:txBody>
          <a:bodyPr lIns="0" tIns="0" rIns="0" bIns="0" anchor="t"/>
          <a:lstStyle/>
          <a:p>
            <a:pPr algn="ctr">
              <a:buNone/>
              <a:defRPr sz="470" b="1">
                <a:solidFill>
                  <a:srgbClr val="007C88"/>
                </a:solidFill>
                <a:latin typeface="Aptos"/>
                <a:ea typeface="Aptos"/>
                <a:cs typeface="Aptos"/>
              </a:defRPr>
            </a:pPr>
            <a:r>
              <a:rPr sz="470" b="1">
                <a:solidFill>
                  <a:srgbClr val="007C88"/>
                </a:solidFill>
                <a:latin typeface="Aptos"/>
                <a:ea typeface="Aptos"/>
                <a:cs typeface="Aptos"/>
              </a:rPr>
              <a:t>Multi-input model</a:t>
            </a:r>
          </a:p>
        </p:txBody>
      </p:sp>
      <p:sp>
        <p:nvSpPr>
          <p:cNvPr id="74" name="Case review block">
            <a:extLst>
              <a:ext uri="{FF2B5EF4-FFF2-40B4-BE49-F238E27FC236}">
                <a16:creationId xmlns:a16="http://schemas.microsoft.com/office/drawing/2014/main" id="{489ECEBA-3FE7-43C0-A9FE-284BA0A84C0A}"/>
              </a:ext>
            </a:extLst>
          </p:cNvPr>
          <p:cNvSpPr>
            <a:spLocks noGrp="1"/>
          </p:cNvSpPr>
          <p:nvPr/>
        </p:nvSpPr>
        <p:spPr>
          <a:xfrm>
            <a:off x="3162300" y="2736944"/>
            <a:ext cx="723900" cy="276860"/>
          </a:xfrm>
          <a:prstGeom prst="rect">
            <a:avLst/>
          </a:prstGeom>
          <a:solidFill>
            <a:srgbClr val="E9F5F5"/>
          </a:solidFill>
          <a:ln w="5080">
            <a:solidFill>
              <a:srgbClr val="BDCFE0"/>
            </a:solidFill>
          </a:ln>
        </p:spPr>
        <p:txBody>
          <a:bodyPr/>
          <a:lstStyle/>
          <a:p>
            <a:endParaRPr/>
          </a:p>
        </p:txBody>
      </p:sp>
      <p:sp>
        <p:nvSpPr>
          <p:cNvPr id="75" name="Case review title">
            <a:extLst>
              <a:ext uri="{FF2B5EF4-FFF2-40B4-BE49-F238E27FC236}">
                <a16:creationId xmlns:a16="http://schemas.microsoft.com/office/drawing/2014/main" id="{B72C2214-2012-42F8-A5C0-E2DDFA286957}"/>
              </a:ext>
            </a:extLst>
          </p:cNvPr>
          <p:cNvSpPr>
            <a:spLocks noGrp="1"/>
          </p:cNvSpPr>
          <p:nvPr/>
        </p:nvSpPr>
        <p:spPr>
          <a:xfrm>
            <a:off x="3213100" y="2757452"/>
            <a:ext cx="622300" cy="88900"/>
          </a:xfrm>
          <a:prstGeom prst="rect">
            <a:avLst/>
          </a:prstGeom>
          <a:solidFill>
            <a:srgbClr val="000000">
              <a:alpha val="0"/>
            </a:srgbClr>
          </a:solidFill>
          <a:ln w="0">
            <a:solidFill>
              <a:srgbClr val="000000">
                <a:alpha val="0"/>
              </a:srgbClr>
            </a:solidFill>
          </a:ln>
        </p:spPr>
        <p:txBody>
          <a:bodyPr lIns="0" tIns="0" rIns="0" bIns="0" anchor="t"/>
          <a:lstStyle/>
          <a:p>
            <a:pPr algn="l">
              <a:buNone/>
              <a:defRPr sz="550" b="1">
                <a:solidFill>
                  <a:srgbClr val="007C88"/>
                </a:solidFill>
                <a:latin typeface="Aptos"/>
                <a:ea typeface="Aptos"/>
                <a:cs typeface="Aptos"/>
              </a:defRPr>
            </a:pPr>
            <a:r>
              <a:rPr sz="520" b="1">
                <a:solidFill>
                  <a:srgbClr val="007C88"/>
                </a:solidFill>
                <a:latin typeface="Aptos"/>
                <a:ea typeface="Aptos"/>
                <a:cs typeface="Aptos"/>
              </a:rPr>
              <a:t>Joint case review</a:t>
            </a:r>
          </a:p>
        </p:txBody>
      </p:sp>
      <p:sp>
        <p:nvSpPr>
          <p:cNvPr id="76" name="Case review body">
            <a:extLst>
              <a:ext uri="{FF2B5EF4-FFF2-40B4-BE49-F238E27FC236}">
                <a16:creationId xmlns:a16="http://schemas.microsoft.com/office/drawing/2014/main" id="{86822371-B47F-4111-91E7-5607A1E127DE}"/>
              </a:ext>
            </a:extLst>
          </p:cNvPr>
          <p:cNvSpPr>
            <a:spLocks noGrp="1"/>
          </p:cNvSpPr>
          <p:nvPr/>
        </p:nvSpPr>
        <p:spPr>
          <a:xfrm>
            <a:off x="3213100" y="2853690"/>
            <a:ext cx="622300" cy="1524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20354A"/>
                </a:solidFill>
                <a:latin typeface="Aptos"/>
                <a:ea typeface="Aptos"/>
                <a:cs typeface="Aptos"/>
              </a:defRPr>
            </a:pPr>
            <a:r>
              <a:rPr sz="430" b="0">
                <a:solidFill>
                  <a:srgbClr val="20354A"/>
                </a:solidFill>
                <a:latin typeface="Aptos"/>
                <a:ea typeface="Aptos"/>
                <a:cs typeface="Aptos"/>
              </a:rPr>
              <a:t>Traceable case evidence</a:t>
            </a:r>
          </a:p>
          <a:p>
            <a:pPr algn="l">
              <a:buNone/>
              <a:defRPr sz="430" b="0">
                <a:solidFill>
                  <a:srgbClr val="20354A"/>
                </a:solidFill>
                <a:latin typeface="Aptos"/>
                <a:ea typeface="Aptos"/>
                <a:cs typeface="Aptos"/>
              </a:defRPr>
            </a:pPr>
            <a:r>
              <a:rPr sz="430" b="0">
                <a:solidFill>
                  <a:srgbClr val="20354A"/>
                </a:solidFill>
                <a:latin typeface="Aptos"/>
                <a:ea typeface="Aptos"/>
                <a:cs typeface="Aptos"/>
              </a:rPr>
              <a:t>Human assessment</a:t>
            </a:r>
          </a:p>
        </p:txBody>
      </p:sp>
      <p:sp>
        <p:nvSpPr>
          <p:cNvPr id="77" name="P2 input flow from">
            <a:extLst>
              <a:ext uri="{FF2B5EF4-FFF2-40B4-BE49-F238E27FC236}">
                <a16:creationId xmlns:a16="http://schemas.microsoft.com/office/drawing/2014/main" id="{CA0E2771-A783-4708-91F5-48AEBEB4A5D2}"/>
              </a:ext>
            </a:extLst>
          </p:cNvPr>
          <p:cNvSpPr>
            <a:spLocks noGrp="1"/>
          </p:cNvSpPr>
          <p:nvPr/>
        </p:nvSpPr>
        <p:spPr>
          <a:xfrm>
            <a:off x="927100" y="2880501"/>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78" name="P2 input flow to">
            <a:extLst>
              <a:ext uri="{FF2B5EF4-FFF2-40B4-BE49-F238E27FC236}">
                <a16:creationId xmlns:a16="http://schemas.microsoft.com/office/drawing/2014/main" id="{B30B4D89-BC85-4C6A-B911-896E89381437}"/>
              </a:ext>
            </a:extLst>
          </p:cNvPr>
          <p:cNvSpPr>
            <a:spLocks noGrp="1"/>
          </p:cNvSpPr>
          <p:nvPr/>
        </p:nvSpPr>
        <p:spPr>
          <a:xfrm>
            <a:off x="1079500" y="2880501"/>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79" name="Straight Arrow Connector 78"/>
          <p:cNvCxnSpPr>
            <a:stCxn id="77" idx="3"/>
            <a:endCxn id="78" idx="1"/>
          </p:cNvCxnSpPr>
          <p:nvPr/>
        </p:nvCxnSpPr>
        <p:spPr>
          <a:xfrm>
            <a:off x="928370" y="2881014"/>
            <a:ext cx="151130" cy="0"/>
          </a:xfrm>
          <a:prstGeom prst="straightConnector1">
            <a:avLst/>
          </a:prstGeom>
          <a:ln w="8255">
            <a:solidFill>
              <a:srgbClr val="008591"/>
            </a:solidFill>
            <a:tailEnd type="arrow" w="med" len="med"/>
          </a:ln>
        </p:spPr>
      </p:cxnSp>
      <p:sp>
        <p:nvSpPr>
          <p:cNvPr id="80" name="P2 split top from">
            <a:extLst>
              <a:ext uri="{FF2B5EF4-FFF2-40B4-BE49-F238E27FC236}">
                <a16:creationId xmlns:a16="http://schemas.microsoft.com/office/drawing/2014/main" id="{962BA2FA-C594-452D-A062-1CFB675AAA71}"/>
              </a:ext>
            </a:extLst>
          </p:cNvPr>
          <p:cNvSpPr>
            <a:spLocks noGrp="1"/>
          </p:cNvSpPr>
          <p:nvPr/>
        </p:nvSpPr>
        <p:spPr>
          <a:xfrm>
            <a:off x="2006600" y="2880501"/>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81" name="P2 split top to">
            <a:extLst>
              <a:ext uri="{FF2B5EF4-FFF2-40B4-BE49-F238E27FC236}">
                <a16:creationId xmlns:a16="http://schemas.microsoft.com/office/drawing/2014/main" id="{9BEA779C-7D6E-4BA6-AD5C-06932A8F3580}"/>
              </a:ext>
            </a:extLst>
          </p:cNvPr>
          <p:cNvSpPr>
            <a:spLocks noGrp="1"/>
          </p:cNvSpPr>
          <p:nvPr/>
        </p:nvSpPr>
        <p:spPr>
          <a:xfrm>
            <a:off x="2184400" y="2793341"/>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82" name="Straight Arrow Connector 81"/>
          <p:cNvCxnSpPr>
            <a:stCxn id="80" idx="3"/>
            <a:endCxn id="81" idx="1"/>
          </p:cNvCxnSpPr>
          <p:nvPr/>
        </p:nvCxnSpPr>
        <p:spPr>
          <a:xfrm flipV="1">
            <a:off x="2007870" y="2793854"/>
            <a:ext cx="176530" cy="87160"/>
          </a:xfrm>
          <a:prstGeom prst="straightConnector1">
            <a:avLst/>
          </a:prstGeom>
          <a:ln w="8255">
            <a:solidFill>
              <a:srgbClr val="008591"/>
            </a:solidFill>
            <a:tailEnd type="arrow" w="med" len="med"/>
          </a:ln>
        </p:spPr>
      </p:cxnSp>
      <p:sp>
        <p:nvSpPr>
          <p:cNvPr id="83" name="P2 split bottom from">
            <a:extLst>
              <a:ext uri="{FF2B5EF4-FFF2-40B4-BE49-F238E27FC236}">
                <a16:creationId xmlns:a16="http://schemas.microsoft.com/office/drawing/2014/main" id="{9A9B2EF3-8287-4159-9592-9B4462D818CC}"/>
              </a:ext>
            </a:extLst>
          </p:cNvPr>
          <p:cNvSpPr>
            <a:spLocks noGrp="1"/>
          </p:cNvSpPr>
          <p:nvPr/>
        </p:nvSpPr>
        <p:spPr>
          <a:xfrm>
            <a:off x="2006600" y="2880501"/>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84" name="P2 split bottom to">
            <a:extLst>
              <a:ext uri="{FF2B5EF4-FFF2-40B4-BE49-F238E27FC236}">
                <a16:creationId xmlns:a16="http://schemas.microsoft.com/office/drawing/2014/main" id="{EC466369-E42D-4A16-B692-36AE769E98D1}"/>
              </a:ext>
            </a:extLst>
          </p:cNvPr>
          <p:cNvSpPr>
            <a:spLocks noGrp="1"/>
          </p:cNvSpPr>
          <p:nvPr/>
        </p:nvSpPr>
        <p:spPr>
          <a:xfrm>
            <a:off x="2184400" y="2957407"/>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85" name="Straight Arrow Connector 84"/>
          <p:cNvCxnSpPr>
            <a:stCxn id="83" idx="3"/>
            <a:endCxn id="84" idx="1"/>
          </p:cNvCxnSpPr>
          <p:nvPr/>
        </p:nvCxnSpPr>
        <p:spPr>
          <a:xfrm>
            <a:off x="2007870" y="2881014"/>
            <a:ext cx="176530" cy="76906"/>
          </a:xfrm>
          <a:prstGeom prst="straightConnector1">
            <a:avLst/>
          </a:prstGeom>
          <a:ln w="8255">
            <a:solidFill>
              <a:srgbClr val="008591"/>
            </a:solidFill>
            <a:tailEnd type="arrow" w="med" len="med"/>
          </a:ln>
        </p:spPr>
      </p:cxnSp>
      <p:sp>
        <p:nvSpPr>
          <p:cNvPr id="86" name="P2 merge top from">
            <a:extLst>
              <a:ext uri="{FF2B5EF4-FFF2-40B4-BE49-F238E27FC236}">
                <a16:creationId xmlns:a16="http://schemas.microsoft.com/office/drawing/2014/main" id="{770D4A03-459B-405C-9C3A-2733EFFE78F4}"/>
              </a:ext>
            </a:extLst>
          </p:cNvPr>
          <p:cNvSpPr>
            <a:spLocks noGrp="1"/>
          </p:cNvSpPr>
          <p:nvPr/>
        </p:nvSpPr>
        <p:spPr>
          <a:xfrm>
            <a:off x="2997200" y="2793341"/>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87" name="P2 merge top to">
            <a:extLst>
              <a:ext uri="{FF2B5EF4-FFF2-40B4-BE49-F238E27FC236}">
                <a16:creationId xmlns:a16="http://schemas.microsoft.com/office/drawing/2014/main" id="{E7874DEF-52F3-45A0-A8C4-48410B3C915F}"/>
              </a:ext>
            </a:extLst>
          </p:cNvPr>
          <p:cNvSpPr>
            <a:spLocks noGrp="1"/>
          </p:cNvSpPr>
          <p:nvPr/>
        </p:nvSpPr>
        <p:spPr>
          <a:xfrm>
            <a:off x="3136900" y="2880501"/>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88" name="Straight Arrow Connector 87"/>
          <p:cNvCxnSpPr>
            <a:stCxn id="86" idx="3"/>
            <a:endCxn id="87" idx="1"/>
          </p:cNvCxnSpPr>
          <p:nvPr/>
        </p:nvCxnSpPr>
        <p:spPr>
          <a:xfrm>
            <a:off x="2998470" y="2793854"/>
            <a:ext cx="138430" cy="87160"/>
          </a:xfrm>
          <a:prstGeom prst="straightConnector1">
            <a:avLst/>
          </a:prstGeom>
          <a:ln w="8255">
            <a:solidFill>
              <a:srgbClr val="008591"/>
            </a:solidFill>
            <a:tailEnd type="arrow" w="med" len="med"/>
          </a:ln>
        </p:spPr>
      </p:cxnSp>
      <p:sp>
        <p:nvSpPr>
          <p:cNvPr id="89" name="P2 merge bottom from">
            <a:extLst>
              <a:ext uri="{FF2B5EF4-FFF2-40B4-BE49-F238E27FC236}">
                <a16:creationId xmlns:a16="http://schemas.microsoft.com/office/drawing/2014/main" id="{AB3FEA5F-CC15-44DF-ACFA-CC444283824F}"/>
              </a:ext>
            </a:extLst>
          </p:cNvPr>
          <p:cNvSpPr>
            <a:spLocks noGrp="1"/>
          </p:cNvSpPr>
          <p:nvPr/>
        </p:nvSpPr>
        <p:spPr>
          <a:xfrm>
            <a:off x="2997200" y="2957407"/>
            <a:ext cx="1270" cy="1025"/>
          </a:xfrm>
          <a:prstGeom prst="rect">
            <a:avLst/>
          </a:prstGeom>
          <a:solidFill>
            <a:srgbClr val="000000">
              <a:alpha val="0"/>
            </a:srgbClr>
          </a:solidFill>
          <a:ln w="0">
            <a:solidFill>
              <a:srgbClr val="000000">
                <a:alpha val="0"/>
              </a:srgbClr>
            </a:solidFill>
          </a:ln>
        </p:spPr>
        <p:txBody>
          <a:bodyPr/>
          <a:lstStyle/>
          <a:p>
            <a:endParaRPr/>
          </a:p>
        </p:txBody>
      </p:sp>
      <p:sp>
        <p:nvSpPr>
          <p:cNvPr id="90" name="P2 merge bottom to">
            <a:extLst>
              <a:ext uri="{FF2B5EF4-FFF2-40B4-BE49-F238E27FC236}">
                <a16:creationId xmlns:a16="http://schemas.microsoft.com/office/drawing/2014/main" id="{CC404DB5-77D8-40D5-AF54-A4DA0F0EC024}"/>
              </a:ext>
            </a:extLst>
          </p:cNvPr>
          <p:cNvSpPr>
            <a:spLocks noGrp="1"/>
          </p:cNvSpPr>
          <p:nvPr/>
        </p:nvSpPr>
        <p:spPr>
          <a:xfrm>
            <a:off x="3136900" y="2880501"/>
            <a:ext cx="1270" cy="1025"/>
          </a:xfrm>
          <a:prstGeom prst="rect">
            <a:avLst/>
          </a:prstGeom>
          <a:solidFill>
            <a:srgbClr val="000000">
              <a:alpha val="0"/>
            </a:srgbClr>
          </a:solidFill>
          <a:ln w="0">
            <a:solidFill>
              <a:srgbClr val="000000">
                <a:alpha val="0"/>
              </a:srgbClr>
            </a:solidFill>
          </a:ln>
        </p:spPr>
        <p:txBody>
          <a:bodyPr/>
          <a:lstStyle/>
          <a:p>
            <a:endParaRPr/>
          </a:p>
        </p:txBody>
      </p:sp>
      <p:cxnSp>
        <p:nvCxnSpPr>
          <p:cNvPr id="91" name="Straight Arrow Connector 90"/>
          <p:cNvCxnSpPr>
            <a:stCxn id="89" idx="3"/>
            <a:endCxn id="90" idx="1"/>
          </p:cNvCxnSpPr>
          <p:nvPr/>
        </p:nvCxnSpPr>
        <p:spPr>
          <a:xfrm flipV="1">
            <a:off x="2998470" y="2881014"/>
            <a:ext cx="138430" cy="76906"/>
          </a:xfrm>
          <a:prstGeom prst="straightConnector1">
            <a:avLst/>
          </a:prstGeom>
          <a:ln w="8255">
            <a:solidFill>
              <a:srgbClr val="008591"/>
            </a:solidFill>
            <a:tailEnd type="arrow" w="med" len="med"/>
          </a:ln>
        </p:spPr>
      </p:cxnSp>
      <p:sp>
        <p:nvSpPr>
          <p:cNvPr id="92" name="P2 method explanation">
            <a:extLst>
              <a:ext uri="{FF2B5EF4-FFF2-40B4-BE49-F238E27FC236}">
                <a16:creationId xmlns:a16="http://schemas.microsoft.com/office/drawing/2014/main" id="{69A92285-87DF-45F5-B1B2-724FE41F1A53}"/>
              </a:ext>
            </a:extLst>
          </p:cNvPr>
          <p:cNvSpPr>
            <a:spLocks noGrp="1"/>
          </p:cNvSpPr>
          <p:nvPr/>
        </p:nvSpPr>
        <p:spPr>
          <a:xfrm>
            <a:off x="152400" y="3073400"/>
            <a:ext cx="3733800" cy="149860"/>
          </a:xfrm>
          <a:prstGeom prst="rect">
            <a:avLst/>
          </a:prstGeom>
          <a:solidFill>
            <a:srgbClr val="000000">
              <a:alpha val="0"/>
            </a:srgbClr>
          </a:solidFill>
          <a:ln w="0">
            <a:solidFill>
              <a:srgbClr val="000000">
                <a:alpha val="0"/>
              </a:srgbClr>
            </a:solidFill>
          </a:ln>
        </p:spPr>
        <p:txBody>
          <a:bodyPr lIns="0" tIns="0" rIns="0" bIns="0" anchor="t"/>
          <a:lstStyle/>
          <a:p>
            <a:pPr algn="just">
              <a:buNone/>
              <a:defRPr sz="480" b="0">
                <a:solidFill>
                  <a:srgbClr val="53697A"/>
                </a:solidFill>
                <a:latin typeface="Aptos"/>
                <a:ea typeface="Aptos"/>
                <a:cs typeface="Aptos"/>
              </a:defRPr>
            </a:pPr>
            <a:r>
              <a:rPr sz="480" b="0">
                <a:solidFill>
                  <a:srgbClr val="53697A"/>
                </a:solidFill>
                <a:latin typeface="Aptos"/>
                <a:ea typeface="Aptos"/>
                <a:cs typeface="Aptos"/>
              </a:rPr>
              <a:t>Compare fusion strategies on held-out cases, retaining related scans together. Assess case recall, false alarms and missing-scan sensitivity; group-level results remain to be measured [2,3].</a:t>
            </a:r>
          </a:p>
        </p:txBody>
      </p:sp>
      <p:sp>
        <p:nvSpPr>
          <p:cNvPr id="93" name="P1 results heading">
            <a:extLst>
              <a:ext uri="{FF2B5EF4-FFF2-40B4-BE49-F238E27FC236}">
                <a16:creationId xmlns:a16="http://schemas.microsoft.com/office/drawing/2014/main" id="{3520C205-A1AF-4A45-B464-6DBF04B052E1}"/>
              </a:ext>
            </a:extLst>
          </p:cNvPr>
          <p:cNvSpPr>
            <a:spLocks noGrp="1"/>
          </p:cNvSpPr>
          <p:nvPr/>
        </p:nvSpPr>
        <p:spPr>
          <a:xfrm>
            <a:off x="152400" y="3238406"/>
            <a:ext cx="1790700" cy="127000"/>
          </a:xfrm>
          <a:prstGeom prst="rect">
            <a:avLst/>
          </a:prstGeom>
          <a:solidFill>
            <a:srgbClr val="000000">
              <a:alpha val="0"/>
            </a:srgbClr>
          </a:solidFill>
          <a:ln w="0">
            <a:solidFill>
              <a:srgbClr val="000000">
                <a:alpha val="0"/>
              </a:srgbClr>
            </a:solidFill>
          </a:ln>
        </p:spPr>
        <p:txBody>
          <a:bodyPr lIns="0" tIns="0" rIns="0" bIns="0" anchor="t"/>
          <a:lstStyle/>
          <a:p>
            <a:pPr algn="l">
              <a:buNone/>
              <a:defRPr sz="830" b="1">
                <a:solidFill>
                  <a:srgbClr val="11285F"/>
                </a:solidFill>
                <a:latin typeface="Aptos"/>
                <a:ea typeface="Aptos"/>
                <a:cs typeface="Aptos"/>
              </a:defRPr>
            </a:pPr>
            <a:r>
              <a:rPr sz="730" b="1">
                <a:solidFill>
                  <a:srgbClr val="11285F"/>
                </a:solidFill>
                <a:latin typeface="Aptos"/>
                <a:ea typeface="Aptos"/>
                <a:cs typeface="Aptos"/>
              </a:rPr>
              <a:t>03  Single-bag evidence</a:t>
            </a:r>
          </a:p>
        </p:txBody>
      </p:sp>
      <p:sp>
        <p:nvSpPr>
          <p:cNvPr id="94" name="P1 results heading rule">
            <a:extLst>
              <a:ext uri="{FF2B5EF4-FFF2-40B4-BE49-F238E27FC236}">
                <a16:creationId xmlns:a16="http://schemas.microsoft.com/office/drawing/2014/main" id="{3799653F-B7D6-4CAD-AD54-9F6F72D27925}"/>
              </a:ext>
            </a:extLst>
          </p:cNvPr>
          <p:cNvSpPr>
            <a:spLocks noGrp="1"/>
          </p:cNvSpPr>
          <p:nvPr/>
        </p:nvSpPr>
        <p:spPr>
          <a:xfrm>
            <a:off x="152400" y="3351201"/>
            <a:ext cx="1790700" cy="3076"/>
          </a:xfrm>
          <a:prstGeom prst="rect">
            <a:avLst/>
          </a:prstGeom>
          <a:solidFill>
            <a:srgbClr val="BDCFE0"/>
          </a:solidFill>
          <a:ln w="0">
            <a:solidFill>
              <a:srgbClr val="000000">
                <a:alpha val="0"/>
              </a:srgbClr>
            </a:solidFill>
          </a:ln>
        </p:spPr>
        <p:txBody>
          <a:bodyPr/>
          <a:lstStyle/>
          <a:p>
            <a:endParaRPr/>
          </a:p>
        </p:txBody>
      </p:sp>
      <p:sp>
        <p:nvSpPr>
          <p:cNvPr id="95" name="P2 results heading">
            <a:extLst>
              <a:ext uri="{FF2B5EF4-FFF2-40B4-BE49-F238E27FC236}">
                <a16:creationId xmlns:a16="http://schemas.microsoft.com/office/drawing/2014/main" id="{9922821F-4E3D-48A3-A78D-E9B270B43173}"/>
              </a:ext>
            </a:extLst>
          </p:cNvPr>
          <p:cNvSpPr>
            <a:spLocks noGrp="1"/>
          </p:cNvSpPr>
          <p:nvPr/>
        </p:nvSpPr>
        <p:spPr>
          <a:xfrm>
            <a:off x="2108200" y="3238406"/>
            <a:ext cx="1778000" cy="127000"/>
          </a:xfrm>
          <a:prstGeom prst="rect">
            <a:avLst/>
          </a:prstGeom>
          <a:solidFill>
            <a:srgbClr val="000000">
              <a:alpha val="0"/>
            </a:srgbClr>
          </a:solidFill>
          <a:ln w="0">
            <a:solidFill>
              <a:srgbClr val="000000">
                <a:alpha val="0"/>
              </a:srgbClr>
            </a:solidFill>
          </a:ln>
        </p:spPr>
        <p:txBody>
          <a:bodyPr lIns="0" tIns="0" rIns="0" bIns="0" anchor="t"/>
          <a:lstStyle/>
          <a:p>
            <a:pPr algn="l">
              <a:buNone/>
              <a:defRPr sz="830" b="1">
                <a:solidFill>
                  <a:srgbClr val="11285F"/>
                </a:solidFill>
                <a:latin typeface="Aptos"/>
                <a:ea typeface="Aptos"/>
                <a:cs typeface="Aptos"/>
              </a:defRPr>
            </a:pPr>
            <a:r>
              <a:rPr sz="730" b="1">
                <a:solidFill>
                  <a:srgbClr val="11285F"/>
                </a:solidFill>
                <a:latin typeface="Aptos"/>
                <a:ea typeface="Aptos"/>
                <a:cs typeface="Aptos"/>
              </a:rPr>
              <a:t>04  Component Reasoning</a:t>
            </a:r>
          </a:p>
        </p:txBody>
      </p:sp>
      <p:sp>
        <p:nvSpPr>
          <p:cNvPr id="96" name="P2 results heading rule">
            <a:extLst>
              <a:ext uri="{FF2B5EF4-FFF2-40B4-BE49-F238E27FC236}">
                <a16:creationId xmlns:a16="http://schemas.microsoft.com/office/drawing/2014/main" id="{22F36EEE-3A82-44B0-91AB-DDFC7FBB459C}"/>
              </a:ext>
            </a:extLst>
          </p:cNvPr>
          <p:cNvSpPr>
            <a:spLocks noGrp="1"/>
          </p:cNvSpPr>
          <p:nvPr/>
        </p:nvSpPr>
        <p:spPr>
          <a:xfrm>
            <a:off x="2108200" y="3351201"/>
            <a:ext cx="1778000" cy="3076"/>
          </a:xfrm>
          <a:prstGeom prst="rect">
            <a:avLst/>
          </a:prstGeom>
          <a:solidFill>
            <a:srgbClr val="BDCFE0"/>
          </a:solidFill>
          <a:ln w="0">
            <a:solidFill>
              <a:srgbClr val="000000">
                <a:alpha val="0"/>
              </a:srgbClr>
            </a:solidFill>
          </a:ln>
        </p:spPr>
        <p:txBody>
          <a:bodyPr/>
          <a:lstStyle/>
          <a:p>
            <a:endParaRPr/>
          </a:p>
        </p:txBody>
      </p:sp>
      <p:pic>
        <p:nvPicPr>
          <p:cNvPr id="97" name="Picture 96"/>
          <p:cNvPicPr>
            <a:picLocks noChangeAspect="1"/>
          </p:cNvPicPr>
          <p:nvPr/>
        </p:nvPicPr>
        <p:blipFill>
          <a:blip r:embed="rId6"/>
          <a:srcRect l="17158" r="53632" b="73112"/>
          <a:stretch/>
        </p:blipFill>
        <p:spPr>
          <a:xfrm>
            <a:off x="152400" y="3460750"/>
            <a:ext cx="774700" cy="407590"/>
          </a:xfrm>
          <a:prstGeom prst="rect">
            <a:avLst/>
          </a:prstGeom>
        </p:spPr>
      </p:pic>
      <p:pic>
        <p:nvPicPr>
          <p:cNvPr id="98" name="Picture 97"/>
          <p:cNvPicPr>
            <a:picLocks noChangeAspect="1"/>
          </p:cNvPicPr>
          <p:nvPr/>
        </p:nvPicPr>
        <p:blipFill>
          <a:blip r:embed="rId6"/>
          <a:srcRect l="73000" t="27072" b="47422"/>
          <a:stretch/>
        </p:blipFill>
        <p:spPr>
          <a:xfrm>
            <a:off x="152400" y="3956050"/>
            <a:ext cx="774700" cy="418308"/>
          </a:xfrm>
          <a:prstGeom prst="rect">
            <a:avLst/>
          </a:prstGeom>
        </p:spPr>
      </p:pic>
      <p:sp>
        <p:nvSpPr>
          <p:cNvPr id="99" name="Legend swatch Ground truth">
            <a:extLst>
              <a:ext uri="{FF2B5EF4-FFF2-40B4-BE49-F238E27FC236}">
                <a16:creationId xmlns:a16="http://schemas.microsoft.com/office/drawing/2014/main" id="{659E0895-8E8D-4A33-BA47-78AEC18EA47B}"/>
              </a:ext>
            </a:extLst>
          </p:cNvPr>
          <p:cNvSpPr>
            <a:spLocks noGrp="1"/>
          </p:cNvSpPr>
          <p:nvPr/>
        </p:nvSpPr>
        <p:spPr>
          <a:xfrm>
            <a:off x="152400" y="4410710"/>
            <a:ext cx="38100" cy="18415"/>
          </a:xfrm>
          <a:prstGeom prst="rect">
            <a:avLst/>
          </a:prstGeom>
          <a:solidFill>
            <a:srgbClr val="35FF35"/>
          </a:solidFill>
          <a:ln w="1905">
            <a:solidFill>
              <a:srgbClr val="53697A"/>
            </a:solidFill>
          </a:ln>
        </p:spPr>
        <p:txBody>
          <a:bodyPr/>
          <a:lstStyle/>
          <a:p>
            <a:endParaRPr/>
          </a:p>
        </p:txBody>
      </p:sp>
      <p:sp>
        <p:nvSpPr>
          <p:cNvPr id="100" name="Legend label Ground truth">
            <a:extLst>
              <a:ext uri="{FF2B5EF4-FFF2-40B4-BE49-F238E27FC236}">
                <a16:creationId xmlns:a16="http://schemas.microsoft.com/office/drawing/2014/main" id="{743BDE9E-2C91-4EE3-A923-F7223B2EA9D5}"/>
              </a:ext>
            </a:extLst>
          </p:cNvPr>
          <p:cNvSpPr>
            <a:spLocks noGrp="1"/>
          </p:cNvSpPr>
          <p:nvPr/>
        </p:nvSpPr>
        <p:spPr>
          <a:xfrm>
            <a:off x="209550" y="4398010"/>
            <a:ext cx="5461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395" b="0">
                <a:solidFill>
                  <a:srgbClr val="20354A"/>
                </a:solidFill>
                <a:latin typeface="Aptos"/>
                <a:ea typeface="Aptos"/>
                <a:cs typeface="Aptos"/>
              </a:defRPr>
            </a:pPr>
            <a:r>
              <a:rPr sz="395" b="0">
                <a:solidFill>
                  <a:srgbClr val="20354A"/>
                </a:solidFill>
                <a:latin typeface="Aptos"/>
                <a:ea typeface="Aptos"/>
                <a:cs typeface="Aptos"/>
              </a:rPr>
              <a:t>Ground truth</a:t>
            </a:r>
          </a:p>
        </p:txBody>
      </p:sp>
      <p:sp>
        <p:nvSpPr>
          <p:cNvPr id="101" name="Legend swatch Faster R-CNN">
            <a:extLst>
              <a:ext uri="{FF2B5EF4-FFF2-40B4-BE49-F238E27FC236}">
                <a16:creationId xmlns:a16="http://schemas.microsoft.com/office/drawing/2014/main" id="{9FA27950-0C15-49F1-BC0E-F16F955A46CB}"/>
              </a:ext>
            </a:extLst>
          </p:cNvPr>
          <p:cNvSpPr>
            <a:spLocks noGrp="1"/>
          </p:cNvSpPr>
          <p:nvPr/>
        </p:nvSpPr>
        <p:spPr>
          <a:xfrm>
            <a:off x="774700" y="4410710"/>
            <a:ext cx="38100" cy="18415"/>
          </a:xfrm>
          <a:prstGeom prst="rect">
            <a:avLst/>
          </a:prstGeom>
          <a:solidFill>
            <a:srgbClr val="FFFF02"/>
          </a:solidFill>
          <a:ln w="1905">
            <a:solidFill>
              <a:srgbClr val="53697A"/>
            </a:solidFill>
          </a:ln>
        </p:spPr>
        <p:txBody>
          <a:bodyPr/>
          <a:lstStyle/>
          <a:p>
            <a:endParaRPr/>
          </a:p>
        </p:txBody>
      </p:sp>
      <p:sp>
        <p:nvSpPr>
          <p:cNvPr id="102" name="Legend label Faster R-CNN">
            <a:extLst>
              <a:ext uri="{FF2B5EF4-FFF2-40B4-BE49-F238E27FC236}">
                <a16:creationId xmlns:a16="http://schemas.microsoft.com/office/drawing/2014/main" id="{1413E006-8C39-4403-AAEE-A4C7FDB05CF9}"/>
              </a:ext>
            </a:extLst>
          </p:cNvPr>
          <p:cNvSpPr>
            <a:spLocks noGrp="1"/>
          </p:cNvSpPr>
          <p:nvPr/>
        </p:nvSpPr>
        <p:spPr>
          <a:xfrm>
            <a:off x="831850" y="4398010"/>
            <a:ext cx="5461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395" b="0">
                <a:solidFill>
                  <a:srgbClr val="20354A"/>
                </a:solidFill>
                <a:latin typeface="Aptos"/>
                <a:ea typeface="Aptos"/>
                <a:cs typeface="Aptos"/>
              </a:defRPr>
            </a:pPr>
            <a:r>
              <a:rPr sz="395" b="0">
                <a:solidFill>
                  <a:srgbClr val="20354A"/>
                </a:solidFill>
                <a:latin typeface="Aptos"/>
                <a:ea typeface="Aptos"/>
                <a:cs typeface="Aptos"/>
              </a:rPr>
              <a:t>Faster R-CNN</a:t>
            </a:r>
          </a:p>
        </p:txBody>
      </p:sp>
      <p:sp>
        <p:nvSpPr>
          <p:cNvPr id="103" name="Legend swatch YOLOv10">
            <a:extLst>
              <a:ext uri="{FF2B5EF4-FFF2-40B4-BE49-F238E27FC236}">
                <a16:creationId xmlns:a16="http://schemas.microsoft.com/office/drawing/2014/main" id="{B5D2CB56-AEB9-49C2-9035-74E9E6A1931A}"/>
              </a:ext>
            </a:extLst>
          </p:cNvPr>
          <p:cNvSpPr>
            <a:spLocks noGrp="1"/>
          </p:cNvSpPr>
          <p:nvPr/>
        </p:nvSpPr>
        <p:spPr>
          <a:xfrm>
            <a:off x="1397000" y="4410710"/>
            <a:ext cx="38100" cy="18415"/>
          </a:xfrm>
          <a:prstGeom prst="rect">
            <a:avLst/>
          </a:prstGeom>
          <a:solidFill>
            <a:srgbClr val="FFA600"/>
          </a:solidFill>
          <a:ln w="1905">
            <a:solidFill>
              <a:srgbClr val="53697A"/>
            </a:solidFill>
          </a:ln>
        </p:spPr>
        <p:txBody>
          <a:bodyPr/>
          <a:lstStyle/>
          <a:p>
            <a:endParaRPr/>
          </a:p>
        </p:txBody>
      </p:sp>
      <p:sp>
        <p:nvSpPr>
          <p:cNvPr id="104" name="Legend label YOLOv10">
            <a:extLst>
              <a:ext uri="{FF2B5EF4-FFF2-40B4-BE49-F238E27FC236}">
                <a16:creationId xmlns:a16="http://schemas.microsoft.com/office/drawing/2014/main" id="{6AE4F642-AC11-4116-B584-704CB3923F6C}"/>
              </a:ext>
            </a:extLst>
          </p:cNvPr>
          <p:cNvSpPr>
            <a:spLocks noGrp="1"/>
          </p:cNvSpPr>
          <p:nvPr/>
        </p:nvSpPr>
        <p:spPr>
          <a:xfrm>
            <a:off x="1454150" y="4398010"/>
            <a:ext cx="5461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395" b="0">
                <a:solidFill>
                  <a:srgbClr val="20354A"/>
                </a:solidFill>
                <a:latin typeface="Aptos"/>
                <a:ea typeface="Aptos"/>
                <a:cs typeface="Aptos"/>
              </a:defRPr>
            </a:pPr>
            <a:r>
              <a:rPr sz="395" b="0">
                <a:solidFill>
                  <a:srgbClr val="20354A"/>
                </a:solidFill>
                <a:latin typeface="Aptos"/>
                <a:ea typeface="Aptos"/>
                <a:cs typeface="Aptos"/>
              </a:rPr>
              <a:t>YOLOv10</a:t>
            </a:r>
          </a:p>
        </p:txBody>
      </p:sp>
      <p:sp>
        <p:nvSpPr>
          <p:cNvPr id="105" name="Legend swatch Cascade R-CNN">
            <a:extLst>
              <a:ext uri="{FF2B5EF4-FFF2-40B4-BE49-F238E27FC236}">
                <a16:creationId xmlns:a16="http://schemas.microsoft.com/office/drawing/2014/main" id="{307DDCBC-AD84-451E-8D0C-A86C5E532493}"/>
              </a:ext>
            </a:extLst>
          </p:cNvPr>
          <p:cNvSpPr>
            <a:spLocks noGrp="1"/>
          </p:cNvSpPr>
          <p:nvPr/>
        </p:nvSpPr>
        <p:spPr>
          <a:xfrm>
            <a:off x="152400" y="4471670"/>
            <a:ext cx="38100" cy="18415"/>
          </a:xfrm>
          <a:prstGeom prst="rect">
            <a:avLst/>
          </a:prstGeom>
          <a:solidFill>
            <a:srgbClr val="3234FD"/>
          </a:solidFill>
          <a:ln w="1905">
            <a:solidFill>
              <a:srgbClr val="53697A"/>
            </a:solidFill>
          </a:ln>
        </p:spPr>
        <p:txBody>
          <a:bodyPr/>
          <a:lstStyle/>
          <a:p>
            <a:endParaRPr/>
          </a:p>
        </p:txBody>
      </p:sp>
      <p:sp>
        <p:nvSpPr>
          <p:cNvPr id="106" name="Legend label Cascade R-CNN">
            <a:extLst>
              <a:ext uri="{FF2B5EF4-FFF2-40B4-BE49-F238E27FC236}">
                <a16:creationId xmlns:a16="http://schemas.microsoft.com/office/drawing/2014/main" id="{17118972-7B30-43F1-88DE-3B2F757A6D0B}"/>
              </a:ext>
            </a:extLst>
          </p:cNvPr>
          <p:cNvSpPr>
            <a:spLocks noGrp="1"/>
          </p:cNvSpPr>
          <p:nvPr/>
        </p:nvSpPr>
        <p:spPr>
          <a:xfrm>
            <a:off x="209550" y="4458970"/>
            <a:ext cx="5461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395" b="0">
                <a:solidFill>
                  <a:srgbClr val="20354A"/>
                </a:solidFill>
                <a:latin typeface="Aptos"/>
                <a:ea typeface="Aptos"/>
                <a:cs typeface="Aptos"/>
              </a:defRPr>
            </a:pPr>
            <a:r>
              <a:rPr sz="395" b="0">
                <a:solidFill>
                  <a:srgbClr val="20354A"/>
                </a:solidFill>
                <a:latin typeface="Aptos"/>
                <a:ea typeface="Aptos"/>
                <a:cs typeface="Aptos"/>
              </a:rPr>
              <a:t>Cascade R-CNN</a:t>
            </a:r>
          </a:p>
        </p:txBody>
      </p:sp>
      <p:sp>
        <p:nvSpPr>
          <p:cNvPr id="107" name="Legend swatch DETR">
            <a:extLst>
              <a:ext uri="{FF2B5EF4-FFF2-40B4-BE49-F238E27FC236}">
                <a16:creationId xmlns:a16="http://schemas.microsoft.com/office/drawing/2014/main" id="{85DA4D87-BCB5-448B-88CA-5E9A6294886C}"/>
              </a:ext>
            </a:extLst>
          </p:cNvPr>
          <p:cNvSpPr>
            <a:spLocks noGrp="1"/>
          </p:cNvSpPr>
          <p:nvPr/>
        </p:nvSpPr>
        <p:spPr>
          <a:xfrm>
            <a:off x="774700" y="4471670"/>
            <a:ext cx="38100" cy="18415"/>
          </a:xfrm>
          <a:prstGeom prst="rect">
            <a:avLst/>
          </a:prstGeom>
          <a:solidFill>
            <a:srgbClr val="820182"/>
          </a:solidFill>
          <a:ln w="1905">
            <a:solidFill>
              <a:srgbClr val="53697A"/>
            </a:solidFill>
          </a:ln>
        </p:spPr>
        <p:txBody>
          <a:bodyPr/>
          <a:lstStyle/>
          <a:p>
            <a:endParaRPr/>
          </a:p>
        </p:txBody>
      </p:sp>
      <p:sp>
        <p:nvSpPr>
          <p:cNvPr id="108" name="Legend label DETR">
            <a:extLst>
              <a:ext uri="{FF2B5EF4-FFF2-40B4-BE49-F238E27FC236}">
                <a16:creationId xmlns:a16="http://schemas.microsoft.com/office/drawing/2014/main" id="{33C61A35-87E5-4BF3-B024-CC210C4006B3}"/>
              </a:ext>
            </a:extLst>
          </p:cNvPr>
          <p:cNvSpPr>
            <a:spLocks noGrp="1"/>
          </p:cNvSpPr>
          <p:nvPr/>
        </p:nvSpPr>
        <p:spPr>
          <a:xfrm>
            <a:off x="831850" y="4458970"/>
            <a:ext cx="5461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395" b="0">
                <a:solidFill>
                  <a:srgbClr val="20354A"/>
                </a:solidFill>
                <a:latin typeface="Aptos"/>
                <a:ea typeface="Aptos"/>
                <a:cs typeface="Aptos"/>
              </a:defRPr>
            </a:pPr>
            <a:r>
              <a:rPr sz="395" b="0">
                <a:solidFill>
                  <a:srgbClr val="20354A"/>
                </a:solidFill>
                <a:latin typeface="Aptos"/>
                <a:ea typeface="Aptos"/>
                <a:cs typeface="Aptos"/>
              </a:rPr>
              <a:t>DETR</a:t>
            </a:r>
          </a:p>
        </p:txBody>
      </p:sp>
      <p:sp>
        <p:nvSpPr>
          <p:cNvPr id="109" name="Legend swatch Grounding DINO">
            <a:extLst>
              <a:ext uri="{FF2B5EF4-FFF2-40B4-BE49-F238E27FC236}">
                <a16:creationId xmlns:a16="http://schemas.microsoft.com/office/drawing/2014/main" id="{A676CC2F-2B69-4274-9F15-5A1F16FACC8D}"/>
              </a:ext>
            </a:extLst>
          </p:cNvPr>
          <p:cNvSpPr>
            <a:spLocks noGrp="1"/>
          </p:cNvSpPr>
          <p:nvPr/>
        </p:nvSpPr>
        <p:spPr>
          <a:xfrm>
            <a:off x="1397000" y="4471670"/>
            <a:ext cx="38100" cy="18415"/>
          </a:xfrm>
          <a:prstGeom prst="rect">
            <a:avLst/>
          </a:prstGeom>
          <a:solidFill>
            <a:srgbClr val="FF01FF"/>
          </a:solidFill>
          <a:ln w="1905">
            <a:solidFill>
              <a:srgbClr val="53697A"/>
            </a:solidFill>
          </a:ln>
        </p:spPr>
        <p:txBody>
          <a:bodyPr/>
          <a:lstStyle/>
          <a:p>
            <a:endParaRPr/>
          </a:p>
        </p:txBody>
      </p:sp>
      <p:sp>
        <p:nvSpPr>
          <p:cNvPr id="110" name="Legend label Grounding DINO">
            <a:extLst>
              <a:ext uri="{FF2B5EF4-FFF2-40B4-BE49-F238E27FC236}">
                <a16:creationId xmlns:a16="http://schemas.microsoft.com/office/drawing/2014/main" id="{E6432295-93B9-4090-B248-C73D51B65A19}"/>
              </a:ext>
            </a:extLst>
          </p:cNvPr>
          <p:cNvSpPr>
            <a:spLocks noGrp="1"/>
          </p:cNvSpPr>
          <p:nvPr/>
        </p:nvSpPr>
        <p:spPr>
          <a:xfrm>
            <a:off x="1454150" y="4458970"/>
            <a:ext cx="5461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395" b="0">
                <a:solidFill>
                  <a:srgbClr val="20354A"/>
                </a:solidFill>
                <a:latin typeface="Aptos"/>
                <a:ea typeface="Aptos"/>
                <a:cs typeface="Aptos"/>
              </a:defRPr>
            </a:pPr>
            <a:r>
              <a:rPr sz="395" b="0">
                <a:solidFill>
                  <a:srgbClr val="20354A"/>
                </a:solidFill>
                <a:latin typeface="Aptos"/>
                <a:ea typeface="Aptos"/>
                <a:cs typeface="Aptos"/>
              </a:rPr>
              <a:t>Grounding DINO</a:t>
            </a:r>
          </a:p>
        </p:txBody>
      </p:sp>
      <p:sp>
        <p:nvSpPr>
          <p:cNvPr id="111" name="P1 results caption">
            <a:extLst>
              <a:ext uri="{FF2B5EF4-FFF2-40B4-BE49-F238E27FC236}">
                <a16:creationId xmlns:a16="http://schemas.microsoft.com/office/drawing/2014/main" id="{6F7D4409-0674-45CA-ACAE-026C5EDA8F5E}"/>
              </a:ext>
            </a:extLst>
          </p:cNvPr>
          <p:cNvSpPr>
            <a:spLocks noGrp="1"/>
          </p:cNvSpPr>
          <p:nvPr/>
        </p:nvSpPr>
        <p:spPr>
          <a:xfrm>
            <a:off x="152400" y="4508500"/>
            <a:ext cx="17907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370" b="0">
                <a:solidFill>
                  <a:srgbClr val="53697A"/>
                </a:solidFill>
                <a:latin typeface="Aptos"/>
                <a:ea typeface="Aptos"/>
                <a:cs typeface="Aptos"/>
              </a:rPr>
              <a:t>Same-scan detail crops; original published boxes [1].</a:t>
            </a:r>
          </a:p>
        </p:txBody>
      </p:sp>
      <p:sp>
        <p:nvSpPr>
          <p:cNvPr id="112" name="P1 table metric">
            <a:extLst>
              <a:ext uri="{FF2B5EF4-FFF2-40B4-BE49-F238E27FC236}">
                <a16:creationId xmlns:a16="http://schemas.microsoft.com/office/drawing/2014/main" id="{075D5E9B-AAAE-43A7-BE62-C8D223C6E532}"/>
              </a:ext>
            </a:extLst>
          </p:cNvPr>
          <p:cNvSpPr>
            <a:spLocks noGrp="1"/>
          </p:cNvSpPr>
          <p:nvPr/>
        </p:nvSpPr>
        <p:spPr>
          <a:xfrm>
            <a:off x="152400" y="4572000"/>
            <a:ext cx="17907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1">
                <a:solidFill>
                  <a:srgbClr val="11285F"/>
                </a:solidFill>
                <a:latin typeface="Aptos"/>
                <a:ea typeface="Aptos"/>
                <a:cs typeface="Aptos"/>
              </a:defRPr>
            </a:pPr>
            <a:r>
              <a:rPr sz="450" b="1">
                <a:solidFill>
                  <a:srgbClr val="11285F"/>
                </a:solidFill>
                <a:latin typeface="Aptos"/>
                <a:ea typeface="Aptos"/>
                <a:cs typeface="Aptos"/>
              </a:rPr>
              <a:t>AP@[0.50:0.95] (%) · Tables 2–4 [1]</a:t>
            </a:r>
          </a:p>
        </p:txBody>
      </p:sp>
      <p:sp>
        <p:nvSpPr>
          <p:cNvPr id="113" name="AP table top">
            <a:extLst>
              <a:ext uri="{FF2B5EF4-FFF2-40B4-BE49-F238E27FC236}">
                <a16:creationId xmlns:a16="http://schemas.microsoft.com/office/drawing/2014/main" id="{A30CDAFA-12E5-46EA-9BCE-139930E6C15D}"/>
              </a:ext>
            </a:extLst>
          </p:cNvPr>
          <p:cNvSpPr>
            <a:spLocks noGrp="1"/>
          </p:cNvSpPr>
          <p:nvPr/>
        </p:nvSpPr>
        <p:spPr>
          <a:xfrm>
            <a:off x="152400" y="4635985"/>
            <a:ext cx="1790700" cy="4102"/>
          </a:xfrm>
          <a:prstGeom prst="rect">
            <a:avLst/>
          </a:prstGeom>
          <a:solidFill>
            <a:srgbClr val="11285F"/>
          </a:solidFill>
          <a:ln w="0">
            <a:solidFill>
              <a:srgbClr val="000000">
                <a:alpha val="0"/>
              </a:srgbClr>
            </a:solidFill>
          </a:ln>
        </p:spPr>
        <p:txBody>
          <a:bodyPr/>
          <a:lstStyle/>
          <a:p>
            <a:endParaRPr/>
          </a:p>
        </p:txBody>
      </p:sp>
      <p:sp>
        <p:nvSpPr>
          <p:cNvPr id="114" name="AP header model">
            <a:extLst>
              <a:ext uri="{FF2B5EF4-FFF2-40B4-BE49-F238E27FC236}">
                <a16:creationId xmlns:a16="http://schemas.microsoft.com/office/drawing/2014/main" id="{E976B938-D496-4393-9FE8-8AB77D40C657}"/>
              </a:ext>
            </a:extLst>
          </p:cNvPr>
          <p:cNvSpPr>
            <a:spLocks noGrp="1"/>
          </p:cNvSpPr>
          <p:nvPr/>
        </p:nvSpPr>
        <p:spPr>
          <a:xfrm>
            <a:off x="152400" y="4651981"/>
            <a:ext cx="7874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1">
                <a:solidFill>
                  <a:srgbClr val="53697A"/>
                </a:solidFill>
                <a:latin typeface="Aptos"/>
                <a:ea typeface="Aptos"/>
                <a:cs typeface="Aptos"/>
              </a:defRPr>
            </a:pPr>
            <a:r>
              <a:rPr sz="410" b="1">
                <a:solidFill>
                  <a:srgbClr val="53697A"/>
                </a:solidFill>
                <a:latin typeface="Aptos"/>
                <a:ea typeface="Aptos"/>
                <a:cs typeface="Aptos"/>
              </a:rPr>
              <a:t>Model</a:t>
            </a:r>
          </a:p>
        </p:txBody>
      </p:sp>
      <p:sp>
        <p:nvSpPr>
          <p:cNvPr id="115" name="AP header Device">
            <a:extLst>
              <a:ext uri="{FF2B5EF4-FFF2-40B4-BE49-F238E27FC236}">
                <a16:creationId xmlns:a16="http://schemas.microsoft.com/office/drawing/2014/main" id="{901393A2-BD7C-4579-9ADF-2B9F03186B7A}"/>
              </a:ext>
            </a:extLst>
          </p:cNvPr>
          <p:cNvSpPr>
            <a:spLocks noGrp="1"/>
          </p:cNvSpPr>
          <p:nvPr/>
        </p:nvSpPr>
        <p:spPr>
          <a:xfrm>
            <a:off x="939800" y="4651981"/>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30" b="1">
                <a:solidFill>
                  <a:srgbClr val="53697A"/>
                </a:solidFill>
                <a:latin typeface="Aptos"/>
                <a:ea typeface="Aptos"/>
                <a:cs typeface="Aptos"/>
              </a:defRPr>
            </a:pPr>
            <a:r>
              <a:rPr sz="410" b="1">
                <a:solidFill>
                  <a:srgbClr val="53697A"/>
                </a:solidFill>
                <a:latin typeface="Aptos"/>
                <a:ea typeface="Aptos"/>
                <a:cs typeface="Aptos"/>
              </a:rPr>
              <a:t>Device</a:t>
            </a:r>
          </a:p>
        </p:txBody>
      </p:sp>
      <p:sp>
        <p:nvSpPr>
          <p:cNvPr id="116" name="AP header Generic">
            <a:extLst>
              <a:ext uri="{FF2B5EF4-FFF2-40B4-BE49-F238E27FC236}">
                <a16:creationId xmlns:a16="http://schemas.microsoft.com/office/drawing/2014/main" id="{5E4925D7-4E4D-4905-99B9-4AAA5B16F05B}"/>
              </a:ext>
            </a:extLst>
          </p:cNvPr>
          <p:cNvSpPr>
            <a:spLocks noGrp="1"/>
          </p:cNvSpPr>
          <p:nvPr/>
        </p:nvSpPr>
        <p:spPr>
          <a:xfrm>
            <a:off x="1273810" y="4651981"/>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30" b="1">
                <a:solidFill>
                  <a:srgbClr val="53697A"/>
                </a:solidFill>
                <a:latin typeface="Aptos"/>
                <a:ea typeface="Aptos"/>
                <a:cs typeface="Aptos"/>
              </a:defRPr>
            </a:pPr>
            <a:r>
              <a:rPr sz="410" b="1">
                <a:solidFill>
                  <a:srgbClr val="53697A"/>
                </a:solidFill>
                <a:latin typeface="Aptos"/>
                <a:ea typeface="Aptos"/>
                <a:cs typeface="Aptos"/>
              </a:rPr>
              <a:t>Generic</a:t>
            </a:r>
          </a:p>
        </p:txBody>
      </p:sp>
      <p:sp>
        <p:nvSpPr>
          <p:cNvPr id="117" name="AP header Specific">
            <a:extLst>
              <a:ext uri="{FF2B5EF4-FFF2-40B4-BE49-F238E27FC236}">
                <a16:creationId xmlns:a16="http://schemas.microsoft.com/office/drawing/2014/main" id="{927E0733-74B3-4670-A2AD-AB554C4E8F14}"/>
              </a:ext>
            </a:extLst>
          </p:cNvPr>
          <p:cNvSpPr>
            <a:spLocks noGrp="1"/>
          </p:cNvSpPr>
          <p:nvPr/>
        </p:nvSpPr>
        <p:spPr>
          <a:xfrm>
            <a:off x="1607820" y="4651981"/>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30" b="1">
                <a:solidFill>
                  <a:srgbClr val="53697A"/>
                </a:solidFill>
                <a:latin typeface="Aptos"/>
                <a:ea typeface="Aptos"/>
                <a:cs typeface="Aptos"/>
              </a:defRPr>
            </a:pPr>
            <a:r>
              <a:rPr sz="410" b="1">
                <a:solidFill>
                  <a:srgbClr val="53697A"/>
                </a:solidFill>
                <a:latin typeface="Aptos"/>
                <a:ea typeface="Aptos"/>
                <a:cs typeface="Aptos"/>
              </a:rPr>
              <a:t>Specific</a:t>
            </a:r>
          </a:p>
        </p:txBody>
      </p:sp>
      <p:sp>
        <p:nvSpPr>
          <p:cNvPr id="118" name="AP leading row">
            <a:extLst>
              <a:ext uri="{FF2B5EF4-FFF2-40B4-BE49-F238E27FC236}">
                <a16:creationId xmlns:a16="http://schemas.microsoft.com/office/drawing/2014/main" id="{618AA9CC-1A7F-4925-86F1-9A131807DC58}"/>
              </a:ext>
            </a:extLst>
          </p:cNvPr>
          <p:cNvSpPr>
            <a:spLocks noGrp="1"/>
          </p:cNvSpPr>
          <p:nvPr/>
        </p:nvSpPr>
        <p:spPr>
          <a:xfrm>
            <a:off x="146050" y="4710368"/>
            <a:ext cx="1803400" cy="75880"/>
          </a:xfrm>
          <a:prstGeom prst="rect">
            <a:avLst/>
          </a:prstGeom>
          <a:solidFill>
            <a:srgbClr val="EEF4FA"/>
          </a:solidFill>
          <a:ln w="0">
            <a:solidFill>
              <a:srgbClr val="000000">
                <a:alpha val="0"/>
              </a:srgbClr>
            </a:solidFill>
          </a:ln>
        </p:spPr>
        <p:txBody>
          <a:bodyPr/>
          <a:lstStyle/>
          <a:p>
            <a:endParaRPr/>
          </a:p>
        </p:txBody>
      </p:sp>
      <p:sp>
        <p:nvSpPr>
          <p:cNvPr id="119" name="AP model Grounding DINO">
            <a:extLst>
              <a:ext uri="{FF2B5EF4-FFF2-40B4-BE49-F238E27FC236}">
                <a16:creationId xmlns:a16="http://schemas.microsoft.com/office/drawing/2014/main" id="{0F2DCC42-2A9D-44EB-B920-24C2CD3BF7B3}"/>
              </a:ext>
            </a:extLst>
          </p:cNvPr>
          <p:cNvSpPr>
            <a:spLocks noGrp="1"/>
          </p:cNvSpPr>
          <p:nvPr/>
        </p:nvSpPr>
        <p:spPr>
          <a:xfrm>
            <a:off x="152400" y="4715967"/>
            <a:ext cx="7874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60" b="1">
                <a:solidFill>
                  <a:srgbClr val="20354A"/>
                </a:solidFill>
                <a:latin typeface="Aptos"/>
                <a:ea typeface="Aptos"/>
                <a:cs typeface="Aptos"/>
              </a:defRPr>
            </a:pPr>
            <a:r>
              <a:rPr sz="430" b="1">
                <a:solidFill>
                  <a:srgbClr val="20354A"/>
                </a:solidFill>
                <a:latin typeface="Aptos"/>
                <a:ea typeface="Aptos"/>
                <a:cs typeface="Aptos"/>
              </a:rPr>
              <a:t>Grounding DINO</a:t>
            </a:r>
          </a:p>
        </p:txBody>
      </p:sp>
      <p:sp>
        <p:nvSpPr>
          <p:cNvPr id="120" name="AP value 0 0">
            <a:extLst>
              <a:ext uri="{FF2B5EF4-FFF2-40B4-BE49-F238E27FC236}">
                <a16:creationId xmlns:a16="http://schemas.microsoft.com/office/drawing/2014/main" id="{69B737BF-C8C6-4C68-AD00-95B370B93BB9}"/>
              </a:ext>
            </a:extLst>
          </p:cNvPr>
          <p:cNvSpPr>
            <a:spLocks noGrp="1"/>
          </p:cNvSpPr>
          <p:nvPr/>
        </p:nvSpPr>
        <p:spPr>
          <a:xfrm>
            <a:off x="939800" y="4715967"/>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1">
                <a:solidFill>
                  <a:srgbClr val="11285F"/>
                </a:solidFill>
                <a:latin typeface="Aptos"/>
                <a:ea typeface="Aptos"/>
                <a:cs typeface="Aptos"/>
              </a:defRPr>
            </a:pPr>
            <a:r>
              <a:rPr sz="430" b="1">
                <a:solidFill>
                  <a:srgbClr val="11285F"/>
                </a:solidFill>
                <a:latin typeface="Aptos"/>
                <a:ea typeface="Aptos"/>
                <a:cs typeface="Aptos"/>
              </a:rPr>
              <a:t>69.0</a:t>
            </a:r>
          </a:p>
        </p:txBody>
      </p:sp>
      <p:sp>
        <p:nvSpPr>
          <p:cNvPr id="121" name="AP value 0 1">
            <a:extLst>
              <a:ext uri="{FF2B5EF4-FFF2-40B4-BE49-F238E27FC236}">
                <a16:creationId xmlns:a16="http://schemas.microsoft.com/office/drawing/2014/main" id="{FDF0F7D4-6D02-4223-9EC9-F7E10C1FB21A}"/>
              </a:ext>
            </a:extLst>
          </p:cNvPr>
          <p:cNvSpPr>
            <a:spLocks noGrp="1"/>
          </p:cNvSpPr>
          <p:nvPr/>
        </p:nvSpPr>
        <p:spPr>
          <a:xfrm>
            <a:off x="1273810" y="4715967"/>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1">
                <a:solidFill>
                  <a:srgbClr val="11285F"/>
                </a:solidFill>
                <a:latin typeface="Aptos"/>
                <a:ea typeface="Aptos"/>
                <a:cs typeface="Aptos"/>
              </a:defRPr>
            </a:pPr>
            <a:r>
              <a:rPr sz="430" b="1">
                <a:solidFill>
                  <a:srgbClr val="11285F"/>
                </a:solidFill>
                <a:latin typeface="Aptos"/>
                <a:ea typeface="Aptos"/>
                <a:cs typeface="Aptos"/>
              </a:rPr>
              <a:t>48.9</a:t>
            </a:r>
          </a:p>
        </p:txBody>
      </p:sp>
      <p:sp>
        <p:nvSpPr>
          <p:cNvPr id="122" name="AP value 0 2">
            <a:extLst>
              <a:ext uri="{FF2B5EF4-FFF2-40B4-BE49-F238E27FC236}">
                <a16:creationId xmlns:a16="http://schemas.microsoft.com/office/drawing/2014/main" id="{4D5A64C2-BF5B-405A-A422-9552652081DF}"/>
              </a:ext>
            </a:extLst>
          </p:cNvPr>
          <p:cNvSpPr>
            <a:spLocks noGrp="1"/>
          </p:cNvSpPr>
          <p:nvPr/>
        </p:nvSpPr>
        <p:spPr>
          <a:xfrm>
            <a:off x="1607820" y="4715967"/>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1">
                <a:solidFill>
                  <a:srgbClr val="11285F"/>
                </a:solidFill>
                <a:latin typeface="Aptos"/>
                <a:ea typeface="Aptos"/>
                <a:cs typeface="Aptos"/>
              </a:defRPr>
            </a:pPr>
            <a:r>
              <a:rPr sz="430" b="1">
                <a:solidFill>
                  <a:srgbClr val="11285F"/>
                </a:solidFill>
                <a:latin typeface="Aptos"/>
                <a:ea typeface="Aptos"/>
                <a:cs typeface="Aptos"/>
              </a:rPr>
              <a:t>43.5</a:t>
            </a:r>
          </a:p>
        </p:txBody>
      </p:sp>
      <p:sp>
        <p:nvSpPr>
          <p:cNvPr id="123" name="AP model YOLOv10-M">
            <a:extLst>
              <a:ext uri="{FF2B5EF4-FFF2-40B4-BE49-F238E27FC236}">
                <a16:creationId xmlns:a16="http://schemas.microsoft.com/office/drawing/2014/main" id="{6600F722-89BD-4CB5-9A0E-4E452F7D6E55}"/>
              </a:ext>
            </a:extLst>
          </p:cNvPr>
          <p:cNvSpPr>
            <a:spLocks noGrp="1"/>
          </p:cNvSpPr>
          <p:nvPr/>
        </p:nvSpPr>
        <p:spPr>
          <a:xfrm>
            <a:off x="152400" y="4775954"/>
            <a:ext cx="7874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60" b="0">
                <a:solidFill>
                  <a:srgbClr val="20354A"/>
                </a:solidFill>
                <a:latin typeface="Aptos"/>
                <a:ea typeface="Aptos"/>
                <a:cs typeface="Aptos"/>
              </a:defRPr>
            </a:pPr>
            <a:r>
              <a:rPr sz="430" b="0">
                <a:solidFill>
                  <a:srgbClr val="20354A"/>
                </a:solidFill>
                <a:latin typeface="Aptos"/>
                <a:ea typeface="Aptos"/>
                <a:cs typeface="Aptos"/>
              </a:rPr>
              <a:t>YOLOv10-M</a:t>
            </a:r>
          </a:p>
        </p:txBody>
      </p:sp>
      <p:sp>
        <p:nvSpPr>
          <p:cNvPr id="124" name="AP value 1 0">
            <a:extLst>
              <a:ext uri="{FF2B5EF4-FFF2-40B4-BE49-F238E27FC236}">
                <a16:creationId xmlns:a16="http://schemas.microsoft.com/office/drawing/2014/main" id="{7604E9C9-3E1E-43C7-B8C4-3F6BE9BA4044}"/>
              </a:ext>
            </a:extLst>
          </p:cNvPr>
          <p:cNvSpPr>
            <a:spLocks noGrp="1"/>
          </p:cNvSpPr>
          <p:nvPr/>
        </p:nvSpPr>
        <p:spPr>
          <a:xfrm>
            <a:off x="939800" y="4775954"/>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0">
                <a:solidFill>
                  <a:srgbClr val="11285F"/>
                </a:solidFill>
                <a:latin typeface="Aptos"/>
                <a:ea typeface="Aptos"/>
                <a:cs typeface="Aptos"/>
              </a:defRPr>
            </a:pPr>
            <a:r>
              <a:rPr sz="430" b="0">
                <a:solidFill>
                  <a:srgbClr val="11285F"/>
                </a:solidFill>
                <a:latin typeface="Aptos"/>
                <a:ea typeface="Aptos"/>
                <a:cs typeface="Aptos"/>
              </a:rPr>
              <a:t>67.0</a:t>
            </a:r>
          </a:p>
        </p:txBody>
      </p:sp>
      <p:sp>
        <p:nvSpPr>
          <p:cNvPr id="125" name="AP value 1 1">
            <a:extLst>
              <a:ext uri="{FF2B5EF4-FFF2-40B4-BE49-F238E27FC236}">
                <a16:creationId xmlns:a16="http://schemas.microsoft.com/office/drawing/2014/main" id="{B1581F78-3DE0-431C-A469-DD2DA747BC5F}"/>
              </a:ext>
            </a:extLst>
          </p:cNvPr>
          <p:cNvSpPr>
            <a:spLocks noGrp="1"/>
          </p:cNvSpPr>
          <p:nvPr/>
        </p:nvSpPr>
        <p:spPr>
          <a:xfrm>
            <a:off x="1273810" y="4775954"/>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0">
                <a:solidFill>
                  <a:srgbClr val="11285F"/>
                </a:solidFill>
                <a:latin typeface="Aptos"/>
                <a:ea typeface="Aptos"/>
                <a:cs typeface="Aptos"/>
              </a:defRPr>
            </a:pPr>
            <a:r>
              <a:rPr sz="430" b="0">
                <a:solidFill>
                  <a:srgbClr val="11285F"/>
                </a:solidFill>
                <a:latin typeface="Aptos"/>
                <a:ea typeface="Aptos"/>
                <a:cs typeface="Aptos"/>
              </a:rPr>
              <a:t>35.1</a:t>
            </a:r>
          </a:p>
        </p:txBody>
      </p:sp>
      <p:sp>
        <p:nvSpPr>
          <p:cNvPr id="126" name="AP value 1 2">
            <a:extLst>
              <a:ext uri="{FF2B5EF4-FFF2-40B4-BE49-F238E27FC236}">
                <a16:creationId xmlns:a16="http://schemas.microsoft.com/office/drawing/2014/main" id="{BA066B82-E7E3-47D2-BCF6-A28634543229}"/>
              </a:ext>
            </a:extLst>
          </p:cNvPr>
          <p:cNvSpPr>
            <a:spLocks noGrp="1"/>
          </p:cNvSpPr>
          <p:nvPr/>
        </p:nvSpPr>
        <p:spPr>
          <a:xfrm>
            <a:off x="1607820" y="4775954"/>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0">
                <a:solidFill>
                  <a:srgbClr val="11285F"/>
                </a:solidFill>
                <a:latin typeface="Aptos"/>
                <a:ea typeface="Aptos"/>
                <a:cs typeface="Aptos"/>
              </a:defRPr>
            </a:pPr>
            <a:r>
              <a:rPr sz="430" b="0">
                <a:solidFill>
                  <a:srgbClr val="11285F"/>
                </a:solidFill>
                <a:latin typeface="Aptos"/>
                <a:ea typeface="Aptos"/>
                <a:cs typeface="Aptos"/>
              </a:rPr>
              <a:t>36.8</a:t>
            </a:r>
          </a:p>
        </p:txBody>
      </p:sp>
      <p:sp>
        <p:nvSpPr>
          <p:cNvPr id="127" name="AP model RTMDet">
            <a:extLst>
              <a:ext uri="{FF2B5EF4-FFF2-40B4-BE49-F238E27FC236}">
                <a16:creationId xmlns:a16="http://schemas.microsoft.com/office/drawing/2014/main" id="{6BE3C323-501C-4305-98CB-34F0621D9542}"/>
              </a:ext>
            </a:extLst>
          </p:cNvPr>
          <p:cNvSpPr>
            <a:spLocks noGrp="1"/>
          </p:cNvSpPr>
          <p:nvPr/>
        </p:nvSpPr>
        <p:spPr>
          <a:xfrm>
            <a:off x="152400" y="4835940"/>
            <a:ext cx="7874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60" b="0">
                <a:solidFill>
                  <a:srgbClr val="20354A"/>
                </a:solidFill>
                <a:latin typeface="Aptos"/>
                <a:ea typeface="Aptos"/>
                <a:cs typeface="Aptos"/>
              </a:defRPr>
            </a:pPr>
            <a:r>
              <a:rPr sz="430" b="0">
                <a:solidFill>
                  <a:srgbClr val="20354A"/>
                </a:solidFill>
                <a:latin typeface="Aptos"/>
                <a:ea typeface="Aptos"/>
                <a:cs typeface="Aptos"/>
              </a:rPr>
              <a:t>RTMDet</a:t>
            </a:r>
          </a:p>
        </p:txBody>
      </p:sp>
      <p:sp>
        <p:nvSpPr>
          <p:cNvPr id="128" name="AP value 2 0">
            <a:extLst>
              <a:ext uri="{FF2B5EF4-FFF2-40B4-BE49-F238E27FC236}">
                <a16:creationId xmlns:a16="http://schemas.microsoft.com/office/drawing/2014/main" id="{CF145B45-4C1F-49E3-A8BE-0E75ACDD717B}"/>
              </a:ext>
            </a:extLst>
          </p:cNvPr>
          <p:cNvSpPr>
            <a:spLocks noGrp="1"/>
          </p:cNvSpPr>
          <p:nvPr/>
        </p:nvSpPr>
        <p:spPr>
          <a:xfrm>
            <a:off x="939800" y="4835940"/>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0">
                <a:solidFill>
                  <a:srgbClr val="11285F"/>
                </a:solidFill>
                <a:latin typeface="Aptos"/>
                <a:ea typeface="Aptos"/>
                <a:cs typeface="Aptos"/>
              </a:defRPr>
            </a:pPr>
            <a:r>
              <a:rPr sz="430" b="0">
                <a:solidFill>
                  <a:srgbClr val="11285F"/>
                </a:solidFill>
                <a:latin typeface="Aptos"/>
                <a:ea typeface="Aptos"/>
                <a:cs typeface="Aptos"/>
              </a:rPr>
              <a:t>61.3</a:t>
            </a:r>
          </a:p>
        </p:txBody>
      </p:sp>
      <p:sp>
        <p:nvSpPr>
          <p:cNvPr id="129" name="AP value 2 1">
            <a:extLst>
              <a:ext uri="{FF2B5EF4-FFF2-40B4-BE49-F238E27FC236}">
                <a16:creationId xmlns:a16="http://schemas.microsoft.com/office/drawing/2014/main" id="{F90BCCEB-E8B4-4886-87E4-4DC5D9A44E43}"/>
              </a:ext>
            </a:extLst>
          </p:cNvPr>
          <p:cNvSpPr>
            <a:spLocks noGrp="1"/>
          </p:cNvSpPr>
          <p:nvPr/>
        </p:nvSpPr>
        <p:spPr>
          <a:xfrm>
            <a:off x="1273810" y="4835940"/>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0">
                <a:solidFill>
                  <a:srgbClr val="11285F"/>
                </a:solidFill>
                <a:latin typeface="Aptos"/>
                <a:ea typeface="Aptos"/>
                <a:cs typeface="Aptos"/>
              </a:defRPr>
            </a:pPr>
            <a:r>
              <a:rPr sz="430" b="0">
                <a:solidFill>
                  <a:srgbClr val="11285F"/>
                </a:solidFill>
                <a:latin typeface="Aptos"/>
                <a:ea typeface="Aptos"/>
                <a:cs typeface="Aptos"/>
              </a:rPr>
              <a:t>28.9</a:t>
            </a:r>
          </a:p>
        </p:txBody>
      </p:sp>
      <p:sp>
        <p:nvSpPr>
          <p:cNvPr id="130" name="AP value 2 2">
            <a:extLst>
              <a:ext uri="{FF2B5EF4-FFF2-40B4-BE49-F238E27FC236}">
                <a16:creationId xmlns:a16="http://schemas.microsoft.com/office/drawing/2014/main" id="{603605F2-75D5-4564-8035-9640270F977D}"/>
              </a:ext>
            </a:extLst>
          </p:cNvPr>
          <p:cNvSpPr>
            <a:spLocks noGrp="1"/>
          </p:cNvSpPr>
          <p:nvPr/>
        </p:nvSpPr>
        <p:spPr>
          <a:xfrm>
            <a:off x="1607820" y="4835940"/>
            <a:ext cx="334010" cy="76200"/>
          </a:xfrm>
          <a:prstGeom prst="rect">
            <a:avLst/>
          </a:prstGeom>
          <a:solidFill>
            <a:srgbClr val="000000">
              <a:alpha val="0"/>
            </a:srgbClr>
          </a:solidFill>
          <a:ln w="0">
            <a:solidFill>
              <a:srgbClr val="000000">
                <a:alpha val="0"/>
              </a:srgbClr>
            </a:solidFill>
          </a:ln>
        </p:spPr>
        <p:txBody>
          <a:bodyPr lIns="0" tIns="0" rIns="0" bIns="0" anchor="t"/>
          <a:lstStyle/>
          <a:p>
            <a:pPr algn="r">
              <a:buNone/>
              <a:defRPr sz="460" b="0">
                <a:solidFill>
                  <a:srgbClr val="11285F"/>
                </a:solidFill>
                <a:latin typeface="Aptos"/>
                <a:ea typeface="Aptos"/>
                <a:cs typeface="Aptos"/>
              </a:defRPr>
            </a:pPr>
            <a:r>
              <a:rPr sz="430" b="0">
                <a:solidFill>
                  <a:srgbClr val="11285F"/>
                </a:solidFill>
                <a:latin typeface="Aptos"/>
                <a:ea typeface="Aptos"/>
                <a:cs typeface="Aptos"/>
              </a:rPr>
              <a:t>29.0</a:t>
            </a:r>
          </a:p>
        </p:txBody>
      </p:sp>
      <p:pic>
        <p:nvPicPr>
          <p:cNvPr id="131" name="Picture 130"/>
          <p:cNvPicPr>
            <a:picLocks noChangeAspect="1"/>
          </p:cNvPicPr>
          <p:nvPr/>
        </p:nvPicPr>
        <p:blipFill>
          <a:blip r:embed="rId7"/>
          <a:srcRect/>
          <a:stretch/>
        </p:blipFill>
        <p:spPr>
          <a:xfrm>
            <a:off x="2171700" y="3505200"/>
            <a:ext cx="927100" cy="829868"/>
          </a:xfrm>
          <a:prstGeom prst="rect">
            <a:avLst/>
          </a:prstGeom>
        </p:spPr>
      </p:pic>
      <p:sp>
        <p:nvSpPr>
          <p:cNvPr id="132" name="FALCON qualitative caption">
            <a:extLst>
              <a:ext uri="{FF2B5EF4-FFF2-40B4-BE49-F238E27FC236}">
                <a16:creationId xmlns:a16="http://schemas.microsoft.com/office/drawing/2014/main" id="{FB6960D7-B31E-4A1D-9482-26AA07C48219}"/>
              </a:ext>
            </a:extLst>
          </p:cNvPr>
          <p:cNvSpPr>
            <a:spLocks noGrp="1"/>
          </p:cNvSpPr>
          <p:nvPr/>
        </p:nvSpPr>
        <p:spPr>
          <a:xfrm>
            <a:off x="2108200" y="4450080"/>
            <a:ext cx="1778000" cy="203200"/>
          </a:xfrm>
          <a:prstGeom prst="rect">
            <a:avLst/>
          </a:prstGeom>
          <a:solidFill>
            <a:srgbClr val="000000">
              <a:alpha val="0"/>
            </a:srgbClr>
          </a:solidFill>
          <a:ln w="0">
            <a:solidFill>
              <a:srgbClr val="000000">
                <a:alpha val="0"/>
              </a:srgbClr>
            </a:solidFill>
          </a:ln>
        </p:spPr>
        <p:txBody>
          <a:bodyPr lIns="0" tIns="0" rIns="0" bIns="0" anchor="t"/>
          <a:lstStyle/>
          <a:p>
            <a:pPr algn="just">
              <a:buNone/>
              <a:defRPr sz="470" b="0">
                <a:solidFill>
                  <a:srgbClr val="53697A"/>
                </a:solidFill>
                <a:latin typeface="Aptos"/>
                <a:ea typeface="Aptos"/>
                <a:cs typeface="Aptos"/>
              </a:defRPr>
            </a:pPr>
            <a:r>
              <a:rPr sz="430" b="0">
                <a:solidFill>
                  <a:srgbClr val="53697A"/>
                </a:solidFill>
                <a:latin typeface="Aptos"/>
                <a:ea typeface="Aptos"/>
                <a:cs typeface="Aptos"/>
              </a:rPr>
              <a:t>FALCON grounds three candidate regions within one image [2, Fig. 9]. This motivates cross-package reasoning; multi-bag performance remains to be evaluated.</a:t>
            </a:r>
          </a:p>
        </p:txBody>
      </p:sp>
      <p:sp>
        <p:nvSpPr>
          <p:cNvPr id="133" name="FALCON chart title">
            <a:extLst>
              <a:ext uri="{FF2B5EF4-FFF2-40B4-BE49-F238E27FC236}">
                <a16:creationId xmlns:a16="http://schemas.microsoft.com/office/drawing/2014/main" id="{7A916088-F835-4DCC-93BC-FBF890EBDC38}"/>
              </a:ext>
            </a:extLst>
          </p:cNvPr>
          <p:cNvSpPr>
            <a:spLocks noGrp="1"/>
          </p:cNvSpPr>
          <p:nvPr/>
        </p:nvSpPr>
        <p:spPr>
          <a:xfrm>
            <a:off x="2108200" y="4654550"/>
            <a:ext cx="17780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80" b="1">
                <a:solidFill>
                  <a:srgbClr val="007C88"/>
                </a:solidFill>
                <a:latin typeface="Aptos"/>
                <a:ea typeface="Aptos"/>
                <a:cs typeface="Aptos"/>
              </a:defRPr>
            </a:pPr>
            <a:r>
              <a:rPr sz="480" b="1">
                <a:solidFill>
                  <a:srgbClr val="007C88"/>
                </a:solidFill>
                <a:latin typeface="Aptos"/>
                <a:ea typeface="Aptos"/>
                <a:cs typeface="Aptos"/>
              </a:rPr>
              <a:t>Functional grounding · mIoU (%) [2]</a:t>
            </a:r>
          </a:p>
        </p:txBody>
      </p:sp>
      <p:sp>
        <p:nvSpPr>
          <p:cNvPr id="134" name="RFG grid 0">
            <a:extLst>
              <a:ext uri="{FF2B5EF4-FFF2-40B4-BE49-F238E27FC236}">
                <a16:creationId xmlns:a16="http://schemas.microsoft.com/office/drawing/2014/main" id="{73F226FF-7B48-4A56-B69E-37F2FD23AC85}"/>
              </a:ext>
            </a:extLst>
          </p:cNvPr>
          <p:cNvSpPr>
            <a:spLocks noGrp="1"/>
          </p:cNvSpPr>
          <p:nvPr/>
        </p:nvSpPr>
        <p:spPr>
          <a:xfrm>
            <a:off x="2603500" y="4743450"/>
            <a:ext cx="2540" cy="241300"/>
          </a:xfrm>
          <a:prstGeom prst="rect">
            <a:avLst/>
          </a:prstGeom>
          <a:solidFill>
            <a:srgbClr val="BDCFE0"/>
          </a:solidFill>
          <a:ln w="0">
            <a:solidFill>
              <a:srgbClr val="000000">
                <a:alpha val="0"/>
              </a:srgbClr>
            </a:solidFill>
          </a:ln>
        </p:spPr>
        <p:txBody>
          <a:bodyPr/>
          <a:lstStyle/>
          <a:p>
            <a:endParaRPr/>
          </a:p>
        </p:txBody>
      </p:sp>
      <p:sp>
        <p:nvSpPr>
          <p:cNvPr id="135" name="RFG tick 0">
            <a:extLst>
              <a:ext uri="{FF2B5EF4-FFF2-40B4-BE49-F238E27FC236}">
                <a16:creationId xmlns:a16="http://schemas.microsoft.com/office/drawing/2014/main" id="{E4E08F05-2E7D-442F-9596-106478EA1DC1}"/>
              </a:ext>
            </a:extLst>
          </p:cNvPr>
          <p:cNvSpPr>
            <a:spLocks noGrp="1"/>
          </p:cNvSpPr>
          <p:nvPr/>
        </p:nvSpPr>
        <p:spPr>
          <a:xfrm>
            <a:off x="2552700" y="4993386"/>
            <a:ext cx="101600" cy="63500"/>
          </a:xfrm>
          <a:prstGeom prst="rect">
            <a:avLst/>
          </a:prstGeom>
          <a:solidFill>
            <a:srgbClr val="000000">
              <a:alpha val="0"/>
            </a:srgbClr>
          </a:solidFill>
          <a:ln w="0">
            <a:solidFill>
              <a:srgbClr val="000000">
                <a:alpha val="0"/>
              </a:srgbClr>
            </a:solidFill>
          </a:ln>
        </p:spPr>
        <p:txBody>
          <a:bodyPr lIns="0" tIns="0" rIns="0" bIns="0" anchor="t"/>
          <a:lstStyle/>
          <a:p>
            <a:pPr algn="ctr">
              <a:buNone/>
              <a:defRPr sz="380" b="0">
                <a:solidFill>
                  <a:srgbClr val="53697A"/>
                </a:solidFill>
                <a:latin typeface="Aptos"/>
                <a:ea typeface="Aptos"/>
                <a:cs typeface="Aptos"/>
              </a:defRPr>
            </a:pPr>
            <a:r>
              <a:rPr sz="380" b="0">
                <a:solidFill>
                  <a:srgbClr val="53697A"/>
                </a:solidFill>
                <a:latin typeface="Aptos"/>
                <a:ea typeface="Aptos"/>
                <a:cs typeface="Aptos"/>
              </a:rPr>
              <a:t>0</a:t>
            </a:r>
          </a:p>
        </p:txBody>
      </p:sp>
      <p:sp>
        <p:nvSpPr>
          <p:cNvPr id="136" name="RFG grid 50">
            <a:extLst>
              <a:ext uri="{FF2B5EF4-FFF2-40B4-BE49-F238E27FC236}">
                <a16:creationId xmlns:a16="http://schemas.microsoft.com/office/drawing/2014/main" id="{913BB05E-A310-4B2C-BDFC-4C283DEF02DE}"/>
              </a:ext>
            </a:extLst>
          </p:cNvPr>
          <p:cNvSpPr>
            <a:spLocks noGrp="1"/>
          </p:cNvSpPr>
          <p:nvPr/>
        </p:nvSpPr>
        <p:spPr>
          <a:xfrm>
            <a:off x="3162300" y="4743450"/>
            <a:ext cx="2540" cy="241300"/>
          </a:xfrm>
          <a:prstGeom prst="rect">
            <a:avLst/>
          </a:prstGeom>
          <a:solidFill>
            <a:srgbClr val="BDCFE0"/>
          </a:solidFill>
          <a:ln w="0">
            <a:solidFill>
              <a:srgbClr val="000000">
                <a:alpha val="0"/>
              </a:srgbClr>
            </a:solidFill>
          </a:ln>
        </p:spPr>
        <p:txBody>
          <a:bodyPr/>
          <a:lstStyle/>
          <a:p>
            <a:endParaRPr/>
          </a:p>
        </p:txBody>
      </p:sp>
      <p:sp>
        <p:nvSpPr>
          <p:cNvPr id="137" name="RFG tick 50">
            <a:extLst>
              <a:ext uri="{FF2B5EF4-FFF2-40B4-BE49-F238E27FC236}">
                <a16:creationId xmlns:a16="http://schemas.microsoft.com/office/drawing/2014/main" id="{23101EDD-1D0F-4CCC-B4DA-D83CADA20F91}"/>
              </a:ext>
            </a:extLst>
          </p:cNvPr>
          <p:cNvSpPr>
            <a:spLocks noGrp="1"/>
          </p:cNvSpPr>
          <p:nvPr/>
        </p:nvSpPr>
        <p:spPr>
          <a:xfrm>
            <a:off x="3111500" y="4993386"/>
            <a:ext cx="101600" cy="63500"/>
          </a:xfrm>
          <a:prstGeom prst="rect">
            <a:avLst/>
          </a:prstGeom>
          <a:solidFill>
            <a:srgbClr val="000000">
              <a:alpha val="0"/>
            </a:srgbClr>
          </a:solidFill>
          <a:ln w="0">
            <a:solidFill>
              <a:srgbClr val="000000">
                <a:alpha val="0"/>
              </a:srgbClr>
            </a:solidFill>
          </a:ln>
        </p:spPr>
        <p:txBody>
          <a:bodyPr lIns="0" tIns="0" rIns="0" bIns="0" anchor="t"/>
          <a:lstStyle/>
          <a:p>
            <a:pPr algn="ctr">
              <a:buNone/>
              <a:defRPr sz="380" b="0">
                <a:solidFill>
                  <a:srgbClr val="53697A"/>
                </a:solidFill>
                <a:latin typeface="Aptos"/>
                <a:ea typeface="Aptos"/>
                <a:cs typeface="Aptos"/>
              </a:defRPr>
            </a:pPr>
            <a:r>
              <a:rPr sz="380" b="0">
                <a:solidFill>
                  <a:srgbClr val="53697A"/>
                </a:solidFill>
                <a:latin typeface="Aptos"/>
                <a:ea typeface="Aptos"/>
                <a:cs typeface="Aptos"/>
              </a:rPr>
              <a:t>50</a:t>
            </a:r>
          </a:p>
        </p:txBody>
      </p:sp>
      <p:sp>
        <p:nvSpPr>
          <p:cNvPr id="138" name="RFG grid 100">
            <a:extLst>
              <a:ext uri="{FF2B5EF4-FFF2-40B4-BE49-F238E27FC236}">
                <a16:creationId xmlns:a16="http://schemas.microsoft.com/office/drawing/2014/main" id="{78F86094-FE49-49FB-A818-F6B25389E31E}"/>
              </a:ext>
            </a:extLst>
          </p:cNvPr>
          <p:cNvSpPr>
            <a:spLocks noGrp="1"/>
          </p:cNvSpPr>
          <p:nvPr/>
        </p:nvSpPr>
        <p:spPr>
          <a:xfrm>
            <a:off x="3721100" y="4743450"/>
            <a:ext cx="2540" cy="241300"/>
          </a:xfrm>
          <a:prstGeom prst="rect">
            <a:avLst/>
          </a:prstGeom>
          <a:solidFill>
            <a:srgbClr val="BDCFE0"/>
          </a:solidFill>
          <a:ln w="0">
            <a:solidFill>
              <a:srgbClr val="000000">
                <a:alpha val="0"/>
              </a:srgbClr>
            </a:solidFill>
          </a:ln>
        </p:spPr>
        <p:txBody>
          <a:bodyPr/>
          <a:lstStyle/>
          <a:p>
            <a:endParaRPr/>
          </a:p>
        </p:txBody>
      </p:sp>
      <p:sp>
        <p:nvSpPr>
          <p:cNvPr id="139" name="RFG tick 100">
            <a:extLst>
              <a:ext uri="{FF2B5EF4-FFF2-40B4-BE49-F238E27FC236}">
                <a16:creationId xmlns:a16="http://schemas.microsoft.com/office/drawing/2014/main" id="{A1B071EE-CC56-42D7-AC55-B74F7C53A7F5}"/>
              </a:ext>
            </a:extLst>
          </p:cNvPr>
          <p:cNvSpPr>
            <a:spLocks noGrp="1"/>
          </p:cNvSpPr>
          <p:nvPr/>
        </p:nvSpPr>
        <p:spPr>
          <a:xfrm>
            <a:off x="3670300" y="4993386"/>
            <a:ext cx="101600" cy="63500"/>
          </a:xfrm>
          <a:prstGeom prst="rect">
            <a:avLst/>
          </a:prstGeom>
          <a:solidFill>
            <a:srgbClr val="000000">
              <a:alpha val="0"/>
            </a:srgbClr>
          </a:solidFill>
          <a:ln w="0">
            <a:solidFill>
              <a:srgbClr val="000000">
                <a:alpha val="0"/>
              </a:srgbClr>
            </a:solidFill>
          </a:ln>
        </p:spPr>
        <p:txBody>
          <a:bodyPr lIns="0" tIns="0" rIns="0" bIns="0" anchor="t"/>
          <a:lstStyle/>
          <a:p>
            <a:pPr algn="ctr">
              <a:buNone/>
              <a:defRPr sz="380" b="0">
                <a:solidFill>
                  <a:srgbClr val="53697A"/>
                </a:solidFill>
                <a:latin typeface="Aptos"/>
                <a:ea typeface="Aptos"/>
                <a:cs typeface="Aptos"/>
              </a:defRPr>
            </a:pPr>
            <a:r>
              <a:rPr sz="380" b="0">
                <a:solidFill>
                  <a:srgbClr val="53697A"/>
                </a:solidFill>
                <a:latin typeface="Aptos"/>
                <a:ea typeface="Aptos"/>
                <a:cs typeface="Aptos"/>
              </a:rPr>
              <a:t>100</a:t>
            </a:r>
          </a:p>
        </p:txBody>
      </p:sp>
      <p:sp>
        <p:nvSpPr>
          <p:cNvPr id="140" name="RFG model FALCON">
            <a:extLst>
              <a:ext uri="{FF2B5EF4-FFF2-40B4-BE49-F238E27FC236}">
                <a16:creationId xmlns:a16="http://schemas.microsoft.com/office/drawing/2014/main" id="{84B71E68-4686-4405-9442-AA9ADE8CF926}"/>
              </a:ext>
            </a:extLst>
          </p:cNvPr>
          <p:cNvSpPr>
            <a:spLocks noGrp="1"/>
          </p:cNvSpPr>
          <p:nvPr/>
        </p:nvSpPr>
        <p:spPr>
          <a:xfrm>
            <a:off x="2108200" y="4743450"/>
            <a:ext cx="4699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1">
                <a:solidFill>
                  <a:srgbClr val="20354A"/>
                </a:solidFill>
                <a:latin typeface="Aptos"/>
                <a:ea typeface="Aptos"/>
                <a:cs typeface="Aptos"/>
              </a:defRPr>
            </a:pPr>
            <a:r>
              <a:rPr sz="450" b="1">
                <a:solidFill>
                  <a:srgbClr val="20354A"/>
                </a:solidFill>
                <a:latin typeface="Aptos"/>
                <a:ea typeface="Aptos"/>
                <a:cs typeface="Aptos"/>
              </a:rPr>
              <a:t>FALCON</a:t>
            </a:r>
          </a:p>
        </p:txBody>
      </p:sp>
      <p:sp>
        <p:nvSpPr>
          <p:cNvPr id="141" name="RFG bar FALCON">
            <a:extLst>
              <a:ext uri="{FF2B5EF4-FFF2-40B4-BE49-F238E27FC236}">
                <a16:creationId xmlns:a16="http://schemas.microsoft.com/office/drawing/2014/main" id="{86A08D4D-92D8-4A91-8B6C-646380217946}"/>
              </a:ext>
            </a:extLst>
          </p:cNvPr>
          <p:cNvSpPr>
            <a:spLocks noGrp="1"/>
          </p:cNvSpPr>
          <p:nvPr/>
        </p:nvSpPr>
        <p:spPr>
          <a:xfrm>
            <a:off x="2603500" y="4750740"/>
            <a:ext cx="777626" cy="41910"/>
          </a:xfrm>
          <a:prstGeom prst="rect">
            <a:avLst/>
          </a:prstGeom>
          <a:solidFill>
            <a:srgbClr val="007C88"/>
          </a:solidFill>
          <a:ln w="0">
            <a:solidFill>
              <a:srgbClr val="000000">
                <a:alpha val="0"/>
              </a:srgbClr>
            </a:solidFill>
          </a:ln>
        </p:spPr>
        <p:txBody>
          <a:bodyPr/>
          <a:lstStyle/>
          <a:p>
            <a:endParaRPr/>
          </a:p>
        </p:txBody>
      </p:sp>
      <p:sp>
        <p:nvSpPr>
          <p:cNvPr id="142" name="RFG value FALCON">
            <a:extLst>
              <a:ext uri="{FF2B5EF4-FFF2-40B4-BE49-F238E27FC236}">
                <a16:creationId xmlns:a16="http://schemas.microsoft.com/office/drawing/2014/main" id="{25F93D26-0553-4A83-943D-EC985A57B076}"/>
              </a:ext>
            </a:extLst>
          </p:cNvPr>
          <p:cNvSpPr>
            <a:spLocks noGrp="1"/>
          </p:cNvSpPr>
          <p:nvPr/>
        </p:nvSpPr>
        <p:spPr>
          <a:xfrm>
            <a:off x="3400176" y="4743450"/>
            <a:ext cx="190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1">
                <a:solidFill>
                  <a:srgbClr val="20354A"/>
                </a:solidFill>
                <a:latin typeface="Aptos"/>
                <a:ea typeface="Aptos"/>
                <a:cs typeface="Aptos"/>
              </a:defRPr>
            </a:pPr>
            <a:r>
              <a:rPr sz="450" b="1">
                <a:solidFill>
                  <a:srgbClr val="20354A"/>
                </a:solidFill>
                <a:latin typeface="Aptos"/>
                <a:ea typeface="Aptos"/>
                <a:cs typeface="Aptos"/>
              </a:rPr>
              <a:t>69.58</a:t>
            </a:r>
          </a:p>
        </p:txBody>
      </p:sp>
      <p:sp>
        <p:nvSpPr>
          <p:cNvPr id="143" name="RFG model Groma">
            <a:extLst>
              <a:ext uri="{FF2B5EF4-FFF2-40B4-BE49-F238E27FC236}">
                <a16:creationId xmlns:a16="http://schemas.microsoft.com/office/drawing/2014/main" id="{323FDBE5-849F-4D13-9D29-2B82D22E3893}"/>
              </a:ext>
            </a:extLst>
          </p:cNvPr>
          <p:cNvSpPr>
            <a:spLocks noGrp="1"/>
          </p:cNvSpPr>
          <p:nvPr/>
        </p:nvSpPr>
        <p:spPr>
          <a:xfrm>
            <a:off x="2108200" y="4803851"/>
            <a:ext cx="4699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0">
                <a:solidFill>
                  <a:srgbClr val="20354A"/>
                </a:solidFill>
                <a:latin typeface="Aptos"/>
                <a:ea typeface="Aptos"/>
                <a:cs typeface="Aptos"/>
              </a:defRPr>
            </a:pPr>
            <a:r>
              <a:rPr sz="450" b="0">
                <a:solidFill>
                  <a:srgbClr val="20354A"/>
                </a:solidFill>
                <a:latin typeface="Aptos"/>
                <a:ea typeface="Aptos"/>
                <a:cs typeface="Aptos"/>
              </a:rPr>
              <a:t>Groma</a:t>
            </a:r>
          </a:p>
        </p:txBody>
      </p:sp>
      <p:sp>
        <p:nvSpPr>
          <p:cNvPr id="144" name="RFG bar Groma">
            <a:extLst>
              <a:ext uri="{FF2B5EF4-FFF2-40B4-BE49-F238E27FC236}">
                <a16:creationId xmlns:a16="http://schemas.microsoft.com/office/drawing/2014/main" id="{BE91EC9D-5F26-4D42-BFAD-E425B7C33839}"/>
              </a:ext>
            </a:extLst>
          </p:cNvPr>
          <p:cNvSpPr>
            <a:spLocks noGrp="1"/>
          </p:cNvSpPr>
          <p:nvPr/>
        </p:nvSpPr>
        <p:spPr>
          <a:xfrm>
            <a:off x="2603500" y="4811141"/>
            <a:ext cx="330251" cy="41910"/>
          </a:xfrm>
          <a:prstGeom prst="rect">
            <a:avLst/>
          </a:prstGeom>
          <a:solidFill>
            <a:srgbClr val="91A5B5"/>
          </a:solidFill>
          <a:ln w="0">
            <a:solidFill>
              <a:srgbClr val="000000">
                <a:alpha val="0"/>
              </a:srgbClr>
            </a:solidFill>
          </a:ln>
        </p:spPr>
        <p:txBody>
          <a:bodyPr/>
          <a:lstStyle/>
          <a:p>
            <a:endParaRPr/>
          </a:p>
        </p:txBody>
      </p:sp>
      <p:sp>
        <p:nvSpPr>
          <p:cNvPr id="145" name="RFG value Groma">
            <a:extLst>
              <a:ext uri="{FF2B5EF4-FFF2-40B4-BE49-F238E27FC236}">
                <a16:creationId xmlns:a16="http://schemas.microsoft.com/office/drawing/2014/main" id="{3A378297-7883-43C7-AA45-0B9ED7E7E2AD}"/>
              </a:ext>
            </a:extLst>
          </p:cNvPr>
          <p:cNvSpPr>
            <a:spLocks noGrp="1"/>
          </p:cNvSpPr>
          <p:nvPr/>
        </p:nvSpPr>
        <p:spPr>
          <a:xfrm>
            <a:off x="2952801" y="4803851"/>
            <a:ext cx="190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0">
                <a:solidFill>
                  <a:srgbClr val="20354A"/>
                </a:solidFill>
                <a:latin typeface="Aptos"/>
                <a:ea typeface="Aptos"/>
                <a:cs typeface="Aptos"/>
              </a:defRPr>
            </a:pPr>
            <a:r>
              <a:rPr sz="450" b="0">
                <a:solidFill>
                  <a:srgbClr val="20354A"/>
                </a:solidFill>
                <a:latin typeface="Aptos"/>
                <a:ea typeface="Aptos"/>
                <a:cs typeface="Aptos"/>
              </a:rPr>
              <a:t>29.55</a:t>
            </a:r>
          </a:p>
        </p:txBody>
      </p:sp>
      <p:sp>
        <p:nvSpPr>
          <p:cNvPr id="146" name="RFG model Sting-Bee">
            <a:extLst>
              <a:ext uri="{FF2B5EF4-FFF2-40B4-BE49-F238E27FC236}">
                <a16:creationId xmlns:a16="http://schemas.microsoft.com/office/drawing/2014/main" id="{EB66853F-DF63-43F0-B48D-72A27B366A53}"/>
              </a:ext>
            </a:extLst>
          </p:cNvPr>
          <p:cNvSpPr>
            <a:spLocks noGrp="1"/>
          </p:cNvSpPr>
          <p:nvPr/>
        </p:nvSpPr>
        <p:spPr>
          <a:xfrm>
            <a:off x="2108200" y="4864252"/>
            <a:ext cx="4699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0">
                <a:solidFill>
                  <a:srgbClr val="20354A"/>
                </a:solidFill>
                <a:latin typeface="Aptos"/>
                <a:ea typeface="Aptos"/>
                <a:cs typeface="Aptos"/>
              </a:defRPr>
            </a:pPr>
            <a:r>
              <a:rPr sz="450" b="0">
                <a:solidFill>
                  <a:srgbClr val="20354A"/>
                </a:solidFill>
                <a:latin typeface="Aptos"/>
                <a:ea typeface="Aptos"/>
                <a:cs typeface="Aptos"/>
              </a:rPr>
              <a:t>Sting-Bee</a:t>
            </a:r>
          </a:p>
        </p:txBody>
      </p:sp>
      <p:sp>
        <p:nvSpPr>
          <p:cNvPr id="147" name="RFG bar Sting-Bee">
            <a:extLst>
              <a:ext uri="{FF2B5EF4-FFF2-40B4-BE49-F238E27FC236}">
                <a16:creationId xmlns:a16="http://schemas.microsoft.com/office/drawing/2014/main" id="{D44003CD-F1D6-44A0-ADF3-67E33D28EDD2}"/>
              </a:ext>
            </a:extLst>
          </p:cNvPr>
          <p:cNvSpPr>
            <a:spLocks noGrp="1"/>
          </p:cNvSpPr>
          <p:nvPr/>
        </p:nvSpPr>
        <p:spPr>
          <a:xfrm>
            <a:off x="2603500" y="4871542"/>
            <a:ext cx="167193" cy="41910"/>
          </a:xfrm>
          <a:prstGeom prst="rect">
            <a:avLst/>
          </a:prstGeom>
          <a:solidFill>
            <a:srgbClr val="91A5B5"/>
          </a:solidFill>
          <a:ln w="0">
            <a:solidFill>
              <a:srgbClr val="000000">
                <a:alpha val="0"/>
              </a:srgbClr>
            </a:solidFill>
          </a:ln>
        </p:spPr>
        <p:txBody>
          <a:bodyPr/>
          <a:lstStyle/>
          <a:p>
            <a:endParaRPr/>
          </a:p>
        </p:txBody>
      </p:sp>
      <p:sp>
        <p:nvSpPr>
          <p:cNvPr id="148" name="RFG value Sting-Bee">
            <a:extLst>
              <a:ext uri="{FF2B5EF4-FFF2-40B4-BE49-F238E27FC236}">
                <a16:creationId xmlns:a16="http://schemas.microsoft.com/office/drawing/2014/main" id="{4C96F459-8B89-43B8-AC9E-C5676CD44471}"/>
              </a:ext>
            </a:extLst>
          </p:cNvPr>
          <p:cNvSpPr>
            <a:spLocks noGrp="1"/>
          </p:cNvSpPr>
          <p:nvPr/>
        </p:nvSpPr>
        <p:spPr>
          <a:xfrm>
            <a:off x="2789743" y="4864252"/>
            <a:ext cx="190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0">
                <a:solidFill>
                  <a:srgbClr val="20354A"/>
                </a:solidFill>
                <a:latin typeface="Aptos"/>
                <a:ea typeface="Aptos"/>
                <a:cs typeface="Aptos"/>
              </a:defRPr>
            </a:pPr>
            <a:r>
              <a:rPr sz="450" b="0">
                <a:solidFill>
                  <a:srgbClr val="20354A"/>
                </a:solidFill>
                <a:latin typeface="Aptos"/>
                <a:ea typeface="Aptos"/>
                <a:cs typeface="Aptos"/>
              </a:rPr>
              <a:t>14.96</a:t>
            </a:r>
          </a:p>
        </p:txBody>
      </p:sp>
      <p:sp>
        <p:nvSpPr>
          <p:cNvPr id="149" name="RFG model LISA">
            <a:extLst>
              <a:ext uri="{FF2B5EF4-FFF2-40B4-BE49-F238E27FC236}">
                <a16:creationId xmlns:a16="http://schemas.microsoft.com/office/drawing/2014/main" id="{DFF1CC84-BF99-4E9F-99A3-51731D95CB03}"/>
              </a:ext>
            </a:extLst>
          </p:cNvPr>
          <p:cNvSpPr>
            <a:spLocks noGrp="1"/>
          </p:cNvSpPr>
          <p:nvPr/>
        </p:nvSpPr>
        <p:spPr>
          <a:xfrm>
            <a:off x="2108200" y="4924654"/>
            <a:ext cx="4699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0">
                <a:solidFill>
                  <a:srgbClr val="20354A"/>
                </a:solidFill>
                <a:latin typeface="Aptos"/>
                <a:ea typeface="Aptos"/>
                <a:cs typeface="Aptos"/>
              </a:defRPr>
            </a:pPr>
            <a:r>
              <a:rPr sz="450" b="0">
                <a:solidFill>
                  <a:srgbClr val="20354A"/>
                </a:solidFill>
                <a:latin typeface="Aptos"/>
                <a:ea typeface="Aptos"/>
                <a:cs typeface="Aptos"/>
              </a:rPr>
              <a:t>LISA</a:t>
            </a:r>
          </a:p>
        </p:txBody>
      </p:sp>
      <p:sp>
        <p:nvSpPr>
          <p:cNvPr id="150" name="RFG bar LISA">
            <a:extLst>
              <a:ext uri="{FF2B5EF4-FFF2-40B4-BE49-F238E27FC236}">
                <a16:creationId xmlns:a16="http://schemas.microsoft.com/office/drawing/2014/main" id="{AEEB4A10-EC65-4CC2-8494-FF2E21B42242}"/>
              </a:ext>
            </a:extLst>
          </p:cNvPr>
          <p:cNvSpPr>
            <a:spLocks noGrp="1"/>
          </p:cNvSpPr>
          <p:nvPr/>
        </p:nvSpPr>
        <p:spPr>
          <a:xfrm>
            <a:off x="2603500" y="4931943"/>
            <a:ext cx="145064" cy="41910"/>
          </a:xfrm>
          <a:prstGeom prst="rect">
            <a:avLst/>
          </a:prstGeom>
          <a:solidFill>
            <a:srgbClr val="91A5B5"/>
          </a:solidFill>
          <a:ln w="0">
            <a:solidFill>
              <a:srgbClr val="000000">
                <a:alpha val="0"/>
              </a:srgbClr>
            </a:solidFill>
          </a:ln>
        </p:spPr>
        <p:txBody>
          <a:bodyPr/>
          <a:lstStyle/>
          <a:p>
            <a:endParaRPr/>
          </a:p>
        </p:txBody>
      </p:sp>
      <p:sp>
        <p:nvSpPr>
          <p:cNvPr id="151" name="RFG value LISA">
            <a:extLst>
              <a:ext uri="{FF2B5EF4-FFF2-40B4-BE49-F238E27FC236}">
                <a16:creationId xmlns:a16="http://schemas.microsoft.com/office/drawing/2014/main" id="{838938AF-2699-439A-9E98-B1B213A69757}"/>
              </a:ext>
            </a:extLst>
          </p:cNvPr>
          <p:cNvSpPr>
            <a:spLocks noGrp="1"/>
          </p:cNvSpPr>
          <p:nvPr/>
        </p:nvSpPr>
        <p:spPr>
          <a:xfrm>
            <a:off x="2767614" y="4924654"/>
            <a:ext cx="1905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0">
                <a:solidFill>
                  <a:srgbClr val="20354A"/>
                </a:solidFill>
                <a:latin typeface="Aptos"/>
                <a:ea typeface="Aptos"/>
                <a:cs typeface="Aptos"/>
              </a:defRPr>
            </a:pPr>
            <a:r>
              <a:rPr sz="450" b="0">
                <a:solidFill>
                  <a:srgbClr val="20354A"/>
                </a:solidFill>
                <a:latin typeface="Aptos"/>
                <a:ea typeface="Aptos"/>
                <a:cs typeface="Aptos"/>
              </a:rPr>
              <a:t>12.98</a:t>
            </a:r>
          </a:p>
        </p:txBody>
      </p:sp>
      <p:sp>
        <p:nvSpPr>
          <p:cNvPr id="152" name="Results interpretation">
            <a:extLst>
              <a:ext uri="{FF2B5EF4-FFF2-40B4-BE49-F238E27FC236}">
                <a16:creationId xmlns:a16="http://schemas.microsoft.com/office/drawing/2014/main" id="{C53788B2-B475-488D-B9DC-35E4B211A6BE}"/>
              </a:ext>
            </a:extLst>
          </p:cNvPr>
          <p:cNvSpPr>
            <a:spLocks noGrp="1"/>
          </p:cNvSpPr>
          <p:nvPr/>
        </p:nvSpPr>
        <p:spPr>
          <a:xfrm>
            <a:off x="152400" y="4921250"/>
            <a:ext cx="1790700" cy="146050"/>
          </a:xfrm>
          <a:prstGeom prst="rect">
            <a:avLst/>
          </a:prstGeom>
          <a:solidFill>
            <a:srgbClr val="000000">
              <a:alpha val="0"/>
            </a:srgbClr>
          </a:solidFill>
          <a:ln w="0">
            <a:solidFill>
              <a:srgbClr val="000000">
                <a:alpha val="0"/>
              </a:srgbClr>
            </a:solidFill>
          </a:ln>
        </p:spPr>
        <p:txBody>
          <a:bodyPr lIns="0" tIns="0" rIns="0" bIns="0" anchor="t"/>
          <a:lstStyle/>
          <a:p>
            <a:pPr algn="just">
              <a:buNone/>
              <a:defRPr sz="450" b="0">
                <a:solidFill>
                  <a:srgbClr val="20354A"/>
                </a:solidFill>
                <a:latin typeface="Aptos"/>
                <a:ea typeface="Aptos"/>
                <a:cs typeface="Aptos"/>
              </a:defRPr>
            </a:pPr>
            <a:r>
              <a:rPr sz="420" b="0">
                <a:solidFill>
                  <a:srgbClr val="20354A"/>
                </a:solidFill>
                <a:latin typeface="Aptos"/>
                <a:ea typeface="Aptos"/>
                <a:cs typeface="Aptos"/>
              </a:rPr>
              <a:t>Device recognition is easier than concealed-threat localization. A device box alone does not establish a threat.</a:t>
            </a:r>
          </a:p>
        </p:txBody>
      </p:sp>
      <p:sp>
        <p:nvSpPr>
          <p:cNvPr id="153" name="References">
            <a:extLst>
              <a:ext uri="{FF2B5EF4-FFF2-40B4-BE49-F238E27FC236}">
                <a16:creationId xmlns:a16="http://schemas.microsoft.com/office/drawing/2014/main" id="{B6FB50C5-B267-473A-BDB8-8C33A3CE2371}"/>
              </a:ext>
            </a:extLst>
          </p:cNvPr>
          <p:cNvSpPr>
            <a:spLocks noGrp="1"/>
          </p:cNvSpPr>
          <p:nvPr/>
        </p:nvSpPr>
        <p:spPr>
          <a:xfrm>
            <a:off x="152400" y="5080000"/>
            <a:ext cx="3733800" cy="137160"/>
          </a:xfrm>
          <a:prstGeom prst="rect">
            <a:avLst/>
          </a:prstGeom>
          <a:solidFill>
            <a:srgbClr val="000000">
              <a:alpha val="0"/>
            </a:srgbClr>
          </a:solidFill>
          <a:ln w="0">
            <a:solidFill>
              <a:srgbClr val="000000">
                <a:alpha val="0"/>
              </a:srgbClr>
            </a:solidFill>
          </a:ln>
        </p:spPr>
        <p:txBody>
          <a:bodyPr lIns="0" tIns="0" rIns="0" bIns="0" anchor="t"/>
          <a:lstStyle/>
          <a:p>
            <a:pPr algn="l">
              <a:buNone/>
              <a:defRPr sz="350" b="0">
                <a:solidFill>
                  <a:srgbClr val="53697A"/>
                </a:solidFill>
                <a:latin typeface="Aptos"/>
                <a:ea typeface="Aptos"/>
                <a:cs typeface="Aptos"/>
              </a:defRPr>
            </a:pPr>
            <a:r>
              <a:rPr sz="300" b="0">
                <a:solidFill>
                  <a:srgbClr val="53697A"/>
                </a:solidFill>
                <a:latin typeface="Aptos"/>
                <a:ea typeface="Aptos"/>
                <a:cs typeface="Aptos"/>
              </a:rPr>
              <a:t>[1] Takele et al. Scientific Data 13, 962 (2026). doi:10.1038/s41597-026-07263-7.</a:t>
            </a:r>
          </a:p>
          <a:p>
            <a:pPr algn="l">
              <a:buNone/>
              <a:defRPr sz="350" b="0">
                <a:solidFill>
                  <a:srgbClr val="53697A"/>
                </a:solidFill>
                <a:latin typeface="Aptos"/>
                <a:ea typeface="Aptos"/>
                <a:cs typeface="Aptos"/>
              </a:defRPr>
            </a:pPr>
            <a:r>
              <a:rPr sz="300" b="0">
                <a:solidFill>
                  <a:srgbClr val="53697A"/>
                </a:solidFill>
                <a:latin typeface="Aptos"/>
                <a:ea typeface="Aptos"/>
                <a:cs typeface="Aptos"/>
              </a:rPr>
              <a:t>[2] Michael et al. FALCON, arXiv:2606.25701v2 (2026), Table 3; Fig. 9; §15. Figures [1,2]: CC BY 4.0.</a:t>
            </a:r>
          </a:p>
          <a:p>
            <a:pPr algn="l">
              <a:buNone/>
              <a:defRPr sz="350" b="0">
                <a:solidFill>
                  <a:srgbClr val="53697A"/>
                </a:solidFill>
                <a:latin typeface="Aptos"/>
                <a:ea typeface="Aptos"/>
                <a:cs typeface="Aptos"/>
              </a:defRPr>
            </a:pPr>
            <a:r>
              <a:rPr sz="300" b="0">
                <a:solidFill>
                  <a:srgbClr val="53697A"/>
                </a:solidFill>
                <a:latin typeface="Aptos"/>
                <a:ea typeface="Aptos"/>
                <a:cs typeface="Aptos"/>
              </a:rPr>
              <a:t>[3] Werghi, AI-Powered Explosive Detection in X-ray Scans, SDP proposal and advisor meeting records (2026).</a:t>
            </a:r>
          </a:p>
        </p:txBody>
      </p:sp>
      <p:sp>
        <p:nvSpPr>
          <p:cNvPr id="154" name="Functional query label">
            <a:extLst>
              <a:ext uri="{FF2B5EF4-FFF2-40B4-BE49-F238E27FC236}">
                <a16:creationId xmlns:a16="http://schemas.microsoft.com/office/drawing/2014/main" id="{6C5BB629-3C6C-4D58-A8AD-BF0F0E50D24E}"/>
              </a:ext>
            </a:extLst>
          </p:cNvPr>
          <p:cNvSpPr>
            <a:spLocks noGrp="1"/>
          </p:cNvSpPr>
          <p:nvPr/>
        </p:nvSpPr>
        <p:spPr>
          <a:xfrm>
            <a:off x="2108200" y="3388360"/>
            <a:ext cx="1778000" cy="76200"/>
          </a:xfrm>
          <a:prstGeom prst="rect">
            <a:avLst/>
          </a:prstGeom>
          <a:solidFill>
            <a:srgbClr val="000000">
              <a:alpha val="0"/>
            </a:srgbClr>
          </a:solidFill>
          <a:ln w="0">
            <a:solidFill>
              <a:srgbClr val="000000">
                <a:alpha val="0"/>
              </a:srgbClr>
            </a:solidFill>
          </a:ln>
        </p:spPr>
        <p:txBody>
          <a:bodyPr lIns="0" tIns="0" rIns="0" bIns="0" anchor="t"/>
          <a:lstStyle/>
          <a:p>
            <a:pPr algn="l">
              <a:buNone/>
              <a:defRPr sz="450" b="1">
                <a:solidFill>
                  <a:srgbClr val="007C88"/>
                </a:solidFill>
                <a:latin typeface="Aptos"/>
                <a:ea typeface="Aptos"/>
                <a:cs typeface="Aptos"/>
              </a:defRPr>
            </a:pPr>
            <a:r>
              <a:rPr sz="450" b="1">
                <a:solidFill>
                  <a:srgbClr val="007C88"/>
                </a:solidFill>
                <a:latin typeface="Aptos"/>
                <a:ea typeface="Aptos"/>
                <a:cs typeface="Aptos"/>
              </a:rPr>
              <a:t>Query: ground functionally related components</a:t>
            </a:r>
          </a:p>
        </p:txBody>
      </p:sp>
      <p:sp>
        <p:nvSpPr>
          <p:cNvPr id="155" name="FALCON metric definition">
            <a:extLst>
              <a:ext uri="{FF2B5EF4-FFF2-40B4-BE49-F238E27FC236}">
                <a16:creationId xmlns:a16="http://schemas.microsoft.com/office/drawing/2014/main" id="{F0DB01B4-B2FD-4A08-88EE-0727A451AAA3}"/>
              </a:ext>
            </a:extLst>
          </p:cNvPr>
          <p:cNvSpPr>
            <a:spLocks noGrp="1"/>
          </p:cNvSpPr>
          <p:nvPr/>
        </p:nvSpPr>
        <p:spPr>
          <a:xfrm>
            <a:off x="2108200" y="5035550"/>
            <a:ext cx="1778000" cy="57150"/>
          </a:xfrm>
          <a:prstGeom prst="rect">
            <a:avLst/>
          </a:prstGeom>
          <a:solidFill>
            <a:srgbClr val="000000">
              <a:alpha val="0"/>
            </a:srgbClr>
          </a:solidFill>
          <a:ln w="0">
            <a:solidFill>
              <a:srgbClr val="000000">
                <a:alpha val="0"/>
              </a:srgbClr>
            </a:solidFill>
          </a:ln>
        </p:spPr>
        <p:txBody>
          <a:bodyPr lIns="0" tIns="0" rIns="0" bIns="0" anchor="t"/>
          <a:lstStyle/>
          <a:p>
            <a:pPr algn="l">
              <a:buNone/>
              <a:defRPr sz="410" b="0">
                <a:solidFill>
                  <a:srgbClr val="53697A"/>
                </a:solidFill>
                <a:latin typeface="Aptos"/>
                <a:ea typeface="Aptos"/>
                <a:cs typeface="Aptos"/>
              </a:defRPr>
            </a:pPr>
            <a:r>
              <a:rPr sz="350" b="0">
                <a:solidFill>
                  <a:srgbClr val="53697A"/>
                </a:solidFill>
                <a:latin typeface="Aptos"/>
                <a:ea typeface="Aptos"/>
                <a:cs typeface="Aptos"/>
              </a:rPr>
              <a:t>mIoU: mean intersection over union · fine-tuned</a:t>
            </a:r>
          </a:p>
        </p:txBody>
      </p:sp>
      <p:pic>
        <p:nvPicPr>
          <p:cNvPr id="156" name="IEDXray detail a"/>
          <p:cNvPicPr>
            <a:picLocks noChangeAspect="1"/>
          </p:cNvPicPr>
          <p:nvPr/>
        </p:nvPicPr>
        <p:blipFill>
          <a:blip r:embed="rId6"/>
          <a:srcRect l="28947" t="10589" r="57105" b="75138"/>
          <a:stretch/>
        </p:blipFill>
        <p:spPr>
          <a:xfrm>
            <a:off x="1248287" y="3460750"/>
            <a:ext cx="694813" cy="406400"/>
          </a:xfrm>
          <a:prstGeom prst="rect">
            <a:avLst/>
          </a:prstGeom>
        </p:spPr>
      </p:pic>
      <p:sp>
        <p:nvSpPr>
          <p:cNvPr id="163" name="IEDXray detail frame 0">
            <a:extLst>
              <a:ext uri="{FF2B5EF4-FFF2-40B4-BE49-F238E27FC236}">
                <a16:creationId xmlns:a16="http://schemas.microsoft.com/office/drawing/2014/main" id="{055F1965-5BAB-4F69-AE58-1DCDA856DB42}"/>
              </a:ext>
            </a:extLst>
          </p:cNvPr>
          <p:cNvSpPr>
            <a:spLocks noGrp="1"/>
          </p:cNvSpPr>
          <p:nvPr/>
        </p:nvSpPr>
        <p:spPr>
          <a:xfrm>
            <a:off x="1248287" y="3460750"/>
            <a:ext cx="694813" cy="406400"/>
          </a:xfrm>
          <a:prstGeom prst="rect">
            <a:avLst/>
          </a:prstGeom>
          <a:noFill/>
          <a:ln w="4445">
            <a:solidFill>
              <a:srgbClr val="597184"/>
            </a:solidFill>
          </a:ln>
        </p:spPr>
        <p:txBody>
          <a:bodyPr/>
          <a:lstStyle/>
          <a:p>
            <a:endParaRPr/>
          </a:p>
        </p:txBody>
      </p:sp>
      <p:sp>
        <p:nvSpPr>
          <p:cNvPr id="164" name="IEDXray selected crop 0">
            <a:extLst>
              <a:ext uri="{FF2B5EF4-FFF2-40B4-BE49-F238E27FC236}">
                <a16:creationId xmlns:a16="http://schemas.microsoft.com/office/drawing/2014/main" id="{22EBBBC7-1D9C-404B-B3AB-600D86AF7A7C}"/>
              </a:ext>
            </a:extLst>
          </p:cNvPr>
          <p:cNvSpPr>
            <a:spLocks noGrp="1"/>
          </p:cNvSpPr>
          <p:nvPr/>
        </p:nvSpPr>
        <p:spPr>
          <a:xfrm>
            <a:off x="465072" y="3621273"/>
            <a:ext cx="369902" cy="216358"/>
          </a:xfrm>
          <a:prstGeom prst="rect">
            <a:avLst/>
          </a:prstGeom>
          <a:noFill/>
          <a:ln w="4445">
            <a:solidFill>
              <a:srgbClr val="597184"/>
            </a:solidFill>
          </a:ln>
        </p:spPr>
        <p:txBody>
          <a:bodyPr/>
          <a:lstStyle/>
          <a:p>
            <a:endParaRPr/>
          </a:p>
        </p:txBody>
      </p:sp>
      <p:cxnSp>
        <p:nvCxnSpPr>
          <p:cNvPr id="165" name="IEDXray context to detail 0"/>
          <p:cNvCxnSpPr>
            <a:stCxn id="164" idx="3"/>
            <a:endCxn id="163" idx="1"/>
          </p:cNvCxnSpPr>
          <p:nvPr/>
        </p:nvCxnSpPr>
        <p:spPr>
          <a:xfrm flipV="1">
            <a:off x="834974" y="3663950"/>
            <a:ext cx="413313" cy="65502"/>
          </a:xfrm>
          <a:prstGeom prst="straightConnector1">
            <a:avLst/>
          </a:prstGeom>
          <a:ln w="5080">
            <a:solidFill>
              <a:srgbClr val="597184"/>
            </a:solidFill>
          </a:ln>
        </p:spPr>
      </p:cxnSp>
      <p:sp>
        <p:nvSpPr>
          <p:cNvPr id="166" name="IEDXray sample label 0">
            <a:extLst>
              <a:ext uri="{FF2B5EF4-FFF2-40B4-BE49-F238E27FC236}">
                <a16:creationId xmlns:a16="http://schemas.microsoft.com/office/drawing/2014/main" id="{FB8782BA-6ADF-4975-B620-3D9EAC63DDF4}"/>
              </a:ext>
            </a:extLst>
          </p:cNvPr>
          <p:cNvSpPr>
            <a:spLocks noGrp="1"/>
          </p:cNvSpPr>
          <p:nvPr/>
        </p:nvSpPr>
        <p:spPr>
          <a:xfrm>
            <a:off x="152400" y="3390900"/>
            <a:ext cx="10160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415" b="1">
                <a:solidFill>
                  <a:srgbClr val="132E69"/>
                </a:solidFill>
                <a:latin typeface="Aptos"/>
                <a:ea typeface="Aptos"/>
                <a:cs typeface="Aptos"/>
              </a:rPr>
              <a:t>(a) Laptop concealment · Fig. 6(a)</a:t>
            </a:r>
          </a:p>
        </p:txBody>
      </p:sp>
      <p:sp>
        <p:nvSpPr>
          <p:cNvPr id="167" name="IEDXray zoom label 0">
            <a:extLst>
              <a:ext uri="{FF2B5EF4-FFF2-40B4-BE49-F238E27FC236}">
                <a16:creationId xmlns:a16="http://schemas.microsoft.com/office/drawing/2014/main" id="{5F6CCC70-C226-4A59-BE0D-87C3E8331B8F}"/>
              </a:ext>
            </a:extLst>
          </p:cNvPr>
          <p:cNvSpPr>
            <a:spLocks noGrp="1"/>
          </p:cNvSpPr>
          <p:nvPr/>
        </p:nvSpPr>
        <p:spPr>
          <a:xfrm>
            <a:off x="1248287" y="3390900"/>
            <a:ext cx="694813" cy="63500"/>
          </a:xfrm>
          <a:prstGeom prst="rect">
            <a:avLst/>
          </a:prstGeom>
          <a:solidFill>
            <a:srgbClr val="000000">
              <a:alpha val="0"/>
            </a:srgbClr>
          </a:solidFill>
          <a:ln w="0">
            <a:solidFill>
              <a:srgbClr val="000000">
                <a:alpha val="0"/>
              </a:srgbClr>
            </a:solidFill>
          </a:ln>
        </p:spPr>
        <p:txBody>
          <a:bodyPr lIns="0" tIns="0" rIns="0" bIns="0" anchor="t"/>
          <a:lstStyle/>
          <a:p>
            <a:pPr algn="r">
              <a:buNone/>
              <a:defRPr sz="430" b="0">
                <a:solidFill>
                  <a:srgbClr val="53697A"/>
                </a:solidFill>
                <a:latin typeface="Aptos"/>
                <a:ea typeface="Aptos"/>
                <a:cs typeface="Aptos"/>
              </a:defRPr>
            </a:pPr>
            <a:r>
              <a:rPr sz="410" b="0">
                <a:solidFill>
                  <a:srgbClr val="597184"/>
                </a:solidFill>
                <a:latin typeface="Aptos"/>
                <a:ea typeface="Aptos"/>
                <a:cs typeface="Aptos"/>
              </a:rPr>
              <a:t>Enlarged region</a:t>
            </a:r>
          </a:p>
        </p:txBody>
      </p:sp>
      <p:pic>
        <p:nvPicPr>
          <p:cNvPr id="168" name="IEDXray detail f"/>
          <p:cNvPicPr>
            <a:picLocks noChangeAspect="1"/>
          </p:cNvPicPr>
          <p:nvPr/>
        </p:nvPicPr>
        <p:blipFill>
          <a:blip r:embed="rId6"/>
          <a:srcRect l="86053" t="30847" r="4632" b="57551"/>
          <a:stretch/>
        </p:blipFill>
        <p:spPr>
          <a:xfrm>
            <a:off x="1372205" y="3956050"/>
            <a:ext cx="570895" cy="406400"/>
          </a:xfrm>
          <a:prstGeom prst="rect">
            <a:avLst/>
          </a:prstGeom>
        </p:spPr>
      </p:pic>
      <p:sp>
        <p:nvSpPr>
          <p:cNvPr id="169" name="IEDXray detail frame 1">
            <a:extLst>
              <a:ext uri="{FF2B5EF4-FFF2-40B4-BE49-F238E27FC236}">
                <a16:creationId xmlns:a16="http://schemas.microsoft.com/office/drawing/2014/main" id="{AAB35B36-1B23-4744-BA23-2129BA62D917}"/>
              </a:ext>
            </a:extLst>
          </p:cNvPr>
          <p:cNvSpPr>
            <a:spLocks noGrp="1"/>
          </p:cNvSpPr>
          <p:nvPr/>
        </p:nvSpPr>
        <p:spPr>
          <a:xfrm>
            <a:off x="1372205" y="3956050"/>
            <a:ext cx="570895" cy="406400"/>
          </a:xfrm>
          <a:prstGeom prst="rect">
            <a:avLst/>
          </a:prstGeom>
          <a:noFill/>
          <a:ln w="4445">
            <a:solidFill>
              <a:srgbClr val="597184"/>
            </a:solidFill>
          </a:ln>
        </p:spPr>
        <p:txBody>
          <a:bodyPr/>
          <a:lstStyle/>
          <a:p>
            <a:endParaRPr/>
          </a:p>
        </p:txBody>
      </p:sp>
      <p:sp>
        <p:nvSpPr>
          <p:cNvPr id="170" name="IEDXray selected crop 1">
            <a:extLst>
              <a:ext uri="{FF2B5EF4-FFF2-40B4-BE49-F238E27FC236}">
                <a16:creationId xmlns:a16="http://schemas.microsoft.com/office/drawing/2014/main" id="{BAC6B2FE-790B-48C6-A724-62152FA03C03}"/>
              </a:ext>
            </a:extLst>
          </p:cNvPr>
          <p:cNvSpPr>
            <a:spLocks noGrp="1"/>
          </p:cNvSpPr>
          <p:nvPr/>
        </p:nvSpPr>
        <p:spPr>
          <a:xfrm>
            <a:off x="526914" y="4017966"/>
            <a:ext cx="267294" cy="190277"/>
          </a:xfrm>
          <a:prstGeom prst="rect">
            <a:avLst/>
          </a:prstGeom>
          <a:noFill/>
          <a:ln w="4445">
            <a:solidFill>
              <a:srgbClr val="597184"/>
            </a:solidFill>
          </a:ln>
        </p:spPr>
        <p:txBody>
          <a:bodyPr/>
          <a:lstStyle/>
          <a:p>
            <a:endParaRPr/>
          </a:p>
        </p:txBody>
      </p:sp>
      <p:cxnSp>
        <p:nvCxnSpPr>
          <p:cNvPr id="171" name="IEDXray context to detail 1"/>
          <p:cNvCxnSpPr>
            <a:stCxn id="170" idx="3"/>
            <a:endCxn id="169" idx="1"/>
          </p:cNvCxnSpPr>
          <p:nvPr/>
        </p:nvCxnSpPr>
        <p:spPr>
          <a:xfrm>
            <a:off x="794208" y="4113105"/>
            <a:ext cx="577997" cy="46145"/>
          </a:xfrm>
          <a:prstGeom prst="straightConnector1">
            <a:avLst/>
          </a:prstGeom>
          <a:ln w="5080">
            <a:solidFill>
              <a:srgbClr val="597184"/>
            </a:solidFill>
          </a:ln>
        </p:spPr>
      </p:cxnSp>
      <p:sp>
        <p:nvSpPr>
          <p:cNvPr id="172" name="IEDXray sample label 1">
            <a:extLst>
              <a:ext uri="{FF2B5EF4-FFF2-40B4-BE49-F238E27FC236}">
                <a16:creationId xmlns:a16="http://schemas.microsoft.com/office/drawing/2014/main" id="{CF5D1CBE-559B-46A9-B651-86787852FF80}"/>
              </a:ext>
            </a:extLst>
          </p:cNvPr>
          <p:cNvSpPr>
            <a:spLocks noGrp="1"/>
          </p:cNvSpPr>
          <p:nvPr/>
        </p:nvSpPr>
        <p:spPr>
          <a:xfrm>
            <a:off x="152400" y="3886200"/>
            <a:ext cx="10160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415" b="1">
                <a:solidFill>
                  <a:srgbClr val="132E69"/>
                </a:solidFill>
                <a:latin typeface="Aptos"/>
                <a:ea typeface="Aptos"/>
                <a:cs typeface="Aptos"/>
              </a:rPr>
              <a:t>(b) Concealed target · Fig. 6(f)</a:t>
            </a:r>
          </a:p>
        </p:txBody>
      </p:sp>
      <p:sp>
        <p:nvSpPr>
          <p:cNvPr id="173" name="IEDXray zoom label 1">
            <a:extLst>
              <a:ext uri="{FF2B5EF4-FFF2-40B4-BE49-F238E27FC236}">
                <a16:creationId xmlns:a16="http://schemas.microsoft.com/office/drawing/2014/main" id="{CEDB7BC5-24C9-40C5-8B8F-53C3EB63DB6E}"/>
              </a:ext>
            </a:extLst>
          </p:cNvPr>
          <p:cNvSpPr>
            <a:spLocks noGrp="1"/>
          </p:cNvSpPr>
          <p:nvPr/>
        </p:nvSpPr>
        <p:spPr>
          <a:xfrm>
            <a:off x="1372205" y="3886200"/>
            <a:ext cx="570895" cy="63500"/>
          </a:xfrm>
          <a:prstGeom prst="rect">
            <a:avLst/>
          </a:prstGeom>
          <a:solidFill>
            <a:srgbClr val="000000">
              <a:alpha val="0"/>
            </a:srgbClr>
          </a:solidFill>
          <a:ln w="0">
            <a:solidFill>
              <a:srgbClr val="000000">
                <a:alpha val="0"/>
              </a:srgbClr>
            </a:solidFill>
          </a:ln>
        </p:spPr>
        <p:txBody>
          <a:bodyPr lIns="0" tIns="0" rIns="0" bIns="0" anchor="t"/>
          <a:lstStyle/>
          <a:p>
            <a:pPr algn="r">
              <a:buNone/>
              <a:defRPr sz="430" b="0">
                <a:solidFill>
                  <a:srgbClr val="53697A"/>
                </a:solidFill>
                <a:latin typeface="Aptos"/>
                <a:ea typeface="Aptos"/>
                <a:cs typeface="Aptos"/>
              </a:defRPr>
            </a:pPr>
            <a:r>
              <a:rPr sz="410" b="0">
                <a:solidFill>
                  <a:srgbClr val="597184"/>
                </a:solidFill>
                <a:latin typeface="Aptos"/>
                <a:ea typeface="Aptos"/>
                <a:cs typeface="Aptos"/>
              </a:rPr>
              <a:t>Enlarged region</a:t>
            </a:r>
          </a:p>
        </p:txBody>
      </p:sp>
      <p:sp>
        <p:nvSpPr>
          <p:cNvPr id="174" name="FALCON main scene label">
            <a:extLst>
              <a:ext uri="{FF2B5EF4-FFF2-40B4-BE49-F238E27FC236}">
                <a16:creationId xmlns:a16="http://schemas.microsoft.com/office/drawing/2014/main" id="{63A5C05C-350B-4124-A2CF-9EEE9B558D0E}"/>
              </a:ext>
            </a:extLst>
          </p:cNvPr>
          <p:cNvSpPr>
            <a:spLocks noGrp="1"/>
          </p:cNvSpPr>
          <p:nvPr/>
        </p:nvSpPr>
        <p:spPr>
          <a:xfrm>
            <a:off x="2108200" y="3460750"/>
            <a:ext cx="13335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410" b="0">
                <a:solidFill>
                  <a:srgbClr val="597184"/>
                </a:solidFill>
                <a:latin typeface="Aptos"/>
                <a:ea typeface="Aptos"/>
                <a:cs typeface="Aptos"/>
              </a:rPr>
              <a:t>One scan · three grounded regions</a:t>
            </a:r>
          </a:p>
        </p:txBody>
      </p:sp>
      <p:pic>
        <p:nvPicPr>
          <p:cNvPr id="175" name="FALCON region 1"/>
          <p:cNvPicPr>
            <a:picLocks noChangeAspect="1"/>
          </p:cNvPicPr>
          <p:nvPr/>
        </p:nvPicPr>
        <p:blipFill>
          <a:blip r:embed="rId7"/>
          <a:srcRect l="8537" t="7902" r="68293" b="77929"/>
          <a:stretch/>
        </p:blipFill>
        <p:spPr>
          <a:xfrm>
            <a:off x="3448050" y="3514090"/>
            <a:ext cx="438150" cy="239829"/>
          </a:xfrm>
          <a:prstGeom prst="rect">
            <a:avLst/>
          </a:prstGeom>
        </p:spPr>
      </p:pic>
      <p:sp>
        <p:nvSpPr>
          <p:cNvPr id="176" name="FALCON detail frame 1">
            <a:extLst>
              <a:ext uri="{FF2B5EF4-FFF2-40B4-BE49-F238E27FC236}">
                <a16:creationId xmlns:a16="http://schemas.microsoft.com/office/drawing/2014/main" id="{D767D52F-C16C-408A-A369-1B78BD72E701}"/>
              </a:ext>
            </a:extLst>
          </p:cNvPr>
          <p:cNvSpPr>
            <a:spLocks noGrp="1"/>
          </p:cNvSpPr>
          <p:nvPr/>
        </p:nvSpPr>
        <p:spPr>
          <a:xfrm>
            <a:off x="3448050" y="3514090"/>
            <a:ext cx="438150" cy="239829"/>
          </a:xfrm>
          <a:prstGeom prst="rect">
            <a:avLst/>
          </a:prstGeom>
          <a:noFill/>
          <a:ln w="4445">
            <a:solidFill>
              <a:srgbClr val="597184"/>
            </a:solidFill>
          </a:ln>
        </p:spPr>
        <p:txBody>
          <a:bodyPr/>
          <a:lstStyle/>
          <a:p>
            <a:endParaRPr/>
          </a:p>
        </p:txBody>
      </p:sp>
      <p:sp>
        <p:nvSpPr>
          <p:cNvPr id="177" name="FALCON detail title 1">
            <a:extLst>
              <a:ext uri="{FF2B5EF4-FFF2-40B4-BE49-F238E27FC236}">
                <a16:creationId xmlns:a16="http://schemas.microsoft.com/office/drawing/2014/main" id="{37626D6A-C014-4F70-8A28-9541C957D62B}"/>
              </a:ext>
            </a:extLst>
          </p:cNvPr>
          <p:cNvSpPr>
            <a:spLocks noGrp="1"/>
          </p:cNvSpPr>
          <p:nvPr/>
        </p:nvSpPr>
        <p:spPr>
          <a:xfrm>
            <a:off x="3448050" y="3454400"/>
            <a:ext cx="43815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410" b="1">
                <a:solidFill>
                  <a:srgbClr val="008591"/>
                </a:solidFill>
                <a:latin typeface="Aptos"/>
                <a:ea typeface="Aptos"/>
                <a:cs typeface="Aptos"/>
              </a:rPr>
              <a:t>Region 1</a:t>
            </a:r>
          </a:p>
        </p:txBody>
      </p:sp>
      <p:sp>
        <p:nvSpPr>
          <p:cNvPr id="178" name="FALCON region marker 1">
            <a:extLst>
              <a:ext uri="{FF2B5EF4-FFF2-40B4-BE49-F238E27FC236}">
                <a16:creationId xmlns:a16="http://schemas.microsoft.com/office/drawing/2014/main" id="{96BB017C-87B9-4132-AAB0-8F3313CCB5E8}"/>
              </a:ext>
            </a:extLst>
          </p:cNvPr>
          <p:cNvSpPr>
            <a:spLocks noGrp="1"/>
          </p:cNvSpPr>
          <p:nvPr/>
        </p:nvSpPr>
        <p:spPr>
          <a:xfrm>
            <a:off x="2245856" y="3532428"/>
            <a:ext cx="60960" cy="60960"/>
          </a:xfrm>
          <a:prstGeom prst="rect">
            <a:avLst/>
          </a:prstGeom>
          <a:solidFill>
            <a:srgbClr val="FFFFFF"/>
          </a:solidFill>
          <a:ln w="5715">
            <a:solidFill>
              <a:srgbClr val="008591"/>
            </a:solidFill>
          </a:ln>
        </p:spPr>
        <p:txBody>
          <a:bodyPr/>
          <a:lstStyle/>
          <a:p>
            <a:endParaRPr/>
          </a:p>
        </p:txBody>
      </p:sp>
      <p:sp>
        <p:nvSpPr>
          <p:cNvPr id="179" name="FALCON region number 1">
            <a:extLst>
              <a:ext uri="{FF2B5EF4-FFF2-40B4-BE49-F238E27FC236}">
                <a16:creationId xmlns:a16="http://schemas.microsoft.com/office/drawing/2014/main" id="{13570361-24BB-4C96-A77A-942888312D18}"/>
              </a:ext>
            </a:extLst>
          </p:cNvPr>
          <p:cNvSpPr>
            <a:spLocks noGrp="1"/>
          </p:cNvSpPr>
          <p:nvPr/>
        </p:nvSpPr>
        <p:spPr>
          <a:xfrm>
            <a:off x="2245856" y="3534333"/>
            <a:ext cx="60960" cy="58420"/>
          </a:xfrm>
          <a:prstGeom prst="rect">
            <a:avLst/>
          </a:prstGeom>
          <a:solidFill>
            <a:srgbClr val="000000">
              <a:alpha val="0"/>
            </a:srgbClr>
          </a:solidFill>
          <a:ln w="0">
            <a:solidFill>
              <a:srgbClr val="000000">
                <a:alpha val="0"/>
              </a:srgbClr>
            </a:solidFill>
          </a:ln>
        </p:spPr>
        <p:txBody>
          <a:bodyPr lIns="0" tIns="0" rIns="0" bIns="0" anchor="t"/>
          <a:lstStyle/>
          <a:p>
            <a:pPr algn="ctr">
              <a:buNone/>
              <a:defRPr sz="430" b="0">
                <a:solidFill>
                  <a:srgbClr val="53697A"/>
                </a:solidFill>
                <a:latin typeface="Aptos"/>
                <a:ea typeface="Aptos"/>
                <a:cs typeface="Aptos"/>
              </a:defRPr>
            </a:pPr>
            <a:r>
              <a:rPr sz="385" b="1">
                <a:solidFill>
                  <a:srgbClr val="008591"/>
                </a:solidFill>
                <a:latin typeface="Aptos"/>
                <a:ea typeface="Aptos"/>
                <a:cs typeface="Aptos"/>
              </a:rPr>
              <a:t>1</a:t>
            </a:r>
          </a:p>
        </p:txBody>
      </p:sp>
      <p:pic>
        <p:nvPicPr>
          <p:cNvPr id="180" name="FALCON region 2"/>
          <p:cNvPicPr>
            <a:picLocks noChangeAspect="1"/>
          </p:cNvPicPr>
          <p:nvPr/>
        </p:nvPicPr>
        <p:blipFill>
          <a:blip r:embed="rId7"/>
          <a:srcRect l="64878" t="7902" r="10976" b="76294"/>
          <a:stretch/>
        </p:blipFill>
        <p:spPr>
          <a:xfrm>
            <a:off x="3448050" y="3818890"/>
            <a:ext cx="438150" cy="256694"/>
          </a:xfrm>
          <a:prstGeom prst="rect">
            <a:avLst/>
          </a:prstGeom>
        </p:spPr>
      </p:pic>
      <p:sp>
        <p:nvSpPr>
          <p:cNvPr id="181" name="FALCON detail frame 2">
            <a:extLst>
              <a:ext uri="{FF2B5EF4-FFF2-40B4-BE49-F238E27FC236}">
                <a16:creationId xmlns:a16="http://schemas.microsoft.com/office/drawing/2014/main" id="{F0E91421-88FF-4C99-8C21-EADE12BD455E}"/>
              </a:ext>
            </a:extLst>
          </p:cNvPr>
          <p:cNvSpPr>
            <a:spLocks noGrp="1"/>
          </p:cNvSpPr>
          <p:nvPr/>
        </p:nvSpPr>
        <p:spPr>
          <a:xfrm>
            <a:off x="3448050" y="3818890"/>
            <a:ext cx="438150" cy="256694"/>
          </a:xfrm>
          <a:prstGeom prst="rect">
            <a:avLst/>
          </a:prstGeom>
          <a:noFill/>
          <a:ln w="4445">
            <a:solidFill>
              <a:srgbClr val="597184"/>
            </a:solidFill>
          </a:ln>
        </p:spPr>
        <p:txBody>
          <a:bodyPr/>
          <a:lstStyle/>
          <a:p>
            <a:endParaRPr/>
          </a:p>
        </p:txBody>
      </p:sp>
      <p:sp>
        <p:nvSpPr>
          <p:cNvPr id="182" name="FALCON detail title 2">
            <a:extLst>
              <a:ext uri="{FF2B5EF4-FFF2-40B4-BE49-F238E27FC236}">
                <a16:creationId xmlns:a16="http://schemas.microsoft.com/office/drawing/2014/main" id="{2B14B629-5F2D-4400-A6A0-2064CD2A1921}"/>
              </a:ext>
            </a:extLst>
          </p:cNvPr>
          <p:cNvSpPr>
            <a:spLocks noGrp="1"/>
          </p:cNvSpPr>
          <p:nvPr/>
        </p:nvSpPr>
        <p:spPr>
          <a:xfrm>
            <a:off x="3448050" y="3759200"/>
            <a:ext cx="43815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410" b="1">
                <a:solidFill>
                  <a:srgbClr val="008591"/>
                </a:solidFill>
                <a:latin typeface="Aptos"/>
                <a:ea typeface="Aptos"/>
                <a:cs typeface="Aptos"/>
              </a:rPr>
              <a:t>Region 2</a:t>
            </a:r>
          </a:p>
        </p:txBody>
      </p:sp>
      <p:sp>
        <p:nvSpPr>
          <p:cNvPr id="183" name="FALCON region marker 2">
            <a:extLst>
              <a:ext uri="{FF2B5EF4-FFF2-40B4-BE49-F238E27FC236}">
                <a16:creationId xmlns:a16="http://schemas.microsoft.com/office/drawing/2014/main" id="{496F5E97-89A2-4037-8592-080B049CD35E}"/>
              </a:ext>
            </a:extLst>
          </p:cNvPr>
          <p:cNvSpPr>
            <a:spLocks noGrp="1"/>
          </p:cNvSpPr>
          <p:nvPr/>
        </p:nvSpPr>
        <p:spPr>
          <a:xfrm>
            <a:off x="2763675" y="3534689"/>
            <a:ext cx="60960" cy="60960"/>
          </a:xfrm>
          <a:prstGeom prst="rect">
            <a:avLst/>
          </a:prstGeom>
          <a:solidFill>
            <a:srgbClr val="FFFFFF"/>
          </a:solidFill>
          <a:ln w="5715">
            <a:solidFill>
              <a:srgbClr val="008591"/>
            </a:solidFill>
          </a:ln>
        </p:spPr>
        <p:txBody>
          <a:bodyPr/>
          <a:lstStyle/>
          <a:p>
            <a:endParaRPr/>
          </a:p>
        </p:txBody>
      </p:sp>
      <p:sp>
        <p:nvSpPr>
          <p:cNvPr id="184" name="FALCON region number 2">
            <a:extLst>
              <a:ext uri="{FF2B5EF4-FFF2-40B4-BE49-F238E27FC236}">
                <a16:creationId xmlns:a16="http://schemas.microsoft.com/office/drawing/2014/main" id="{4BF0037C-B71E-4B84-97AF-5BACCA8C6E49}"/>
              </a:ext>
            </a:extLst>
          </p:cNvPr>
          <p:cNvSpPr>
            <a:spLocks noGrp="1"/>
          </p:cNvSpPr>
          <p:nvPr/>
        </p:nvSpPr>
        <p:spPr>
          <a:xfrm>
            <a:off x="2763675" y="3536594"/>
            <a:ext cx="60960" cy="58420"/>
          </a:xfrm>
          <a:prstGeom prst="rect">
            <a:avLst/>
          </a:prstGeom>
          <a:solidFill>
            <a:srgbClr val="000000">
              <a:alpha val="0"/>
            </a:srgbClr>
          </a:solidFill>
          <a:ln w="0">
            <a:solidFill>
              <a:srgbClr val="000000">
                <a:alpha val="0"/>
              </a:srgbClr>
            </a:solidFill>
          </a:ln>
        </p:spPr>
        <p:txBody>
          <a:bodyPr lIns="0" tIns="0" rIns="0" bIns="0" anchor="t"/>
          <a:lstStyle/>
          <a:p>
            <a:pPr algn="ctr">
              <a:buNone/>
              <a:defRPr sz="430" b="0">
                <a:solidFill>
                  <a:srgbClr val="53697A"/>
                </a:solidFill>
                <a:latin typeface="Aptos"/>
                <a:ea typeface="Aptos"/>
                <a:cs typeface="Aptos"/>
              </a:defRPr>
            </a:pPr>
            <a:r>
              <a:rPr sz="385" b="1">
                <a:solidFill>
                  <a:srgbClr val="008591"/>
                </a:solidFill>
                <a:latin typeface="Aptos"/>
                <a:ea typeface="Aptos"/>
                <a:cs typeface="Aptos"/>
              </a:rPr>
              <a:t>2</a:t>
            </a:r>
          </a:p>
        </p:txBody>
      </p:sp>
      <p:pic>
        <p:nvPicPr>
          <p:cNvPr id="185" name="FALCON region 3"/>
          <p:cNvPicPr>
            <a:picLocks noChangeAspect="1"/>
          </p:cNvPicPr>
          <p:nvPr/>
        </p:nvPicPr>
        <p:blipFill>
          <a:blip r:embed="rId7"/>
          <a:srcRect l="49512" t="48774" r="19268" b="32425"/>
          <a:stretch/>
        </p:blipFill>
        <p:spPr>
          <a:xfrm>
            <a:off x="3448050" y="4136390"/>
            <a:ext cx="438150" cy="236190"/>
          </a:xfrm>
          <a:prstGeom prst="rect">
            <a:avLst/>
          </a:prstGeom>
        </p:spPr>
      </p:pic>
      <p:sp>
        <p:nvSpPr>
          <p:cNvPr id="186" name="FALCON detail frame 3">
            <a:extLst>
              <a:ext uri="{FF2B5EF4-FFF2-40B4-BE49-F238E27FC236}">
                <a16:creationId xmlns:a16="http://schemas.microsoft.com/office/drawing/2014/main" id="{279E71A5-04C5-41A8-8686-0F65CC375C1E}"/>
              </a:ext>
            </a:extLst>
          </p:cNvPr>
          <p:cNvSpPr>
            <a:spLocks noGrp="1"/>
          </p:cNvSpPr>
          <p:nvPr/>
        </p:nvSpPr>
        <p:spPr>
          <a:xfrm>
            <a:off x="3448050" y="4136390"/>
            <a:ext cx="438150" cy="236190"/>
          </a:xfrm>
          <a:prstGeom prst="rect">
            <a:avLst/>
          </a:prstGeom>
          <a:noFill/>
          <a:ln w="4445">
            <a:solidFill>
              <a:srgbClr val="597184"/>
            </a:solidFill>
          </a:ln>
        </p:spPr>
        <p:txBody>
          <a:bodyPr/>
          <a:lstStyle/>
          <a:p>
            <a:endParaRPr/>
          </a:p>
        </p:txBody>
      </p:sp>
      <p:sp>
        <p:nvSpPr>
          <p:cNvPr id="187" name="FALCON detail title 3">
            <a:extLst>
              <a:ext uri="{FF2B5EF4-FFF2-40B4-BE49-F238E27FC236}">
                <a16:creationId xmlns:a16="http://schemas.microsoft.com/office/drawing/2014/main" id="{83E1FB48-6F62-4AEF-BE61-DB8FA68D487F}"/>
              </a:ext>
            </a:extLst>
          </p:cNvPr>
          <p:cNvSpPr>
            <a:spLocks noGrp="1"/>
          </p:cNvSpPr>
          <p:nvPr/>
        </p:nvSpPr>
        <p:spPr>
          <a:xfrm>
            <a:off x="3448050" y="4076700"/>
            <a:ext cx="43815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410" b="1">
                <a:solidFill>
                  <a:srgbClr val="008591"/>
                </a:solidFill>
                <a:latin typeface="Aptos"/>
                <a:ea typeface="Aptos"/>
                <a:cs typeface="Aptos"/>
              </a:rPr>
              <a:t>Region 3</a:t>
            </a:r>
          </a:p>
        </p:txBody>
      </p:sp>
      <p:sp>
        <p:nvSpPr>
          <p:cNvPr id="188" name="FALCON region marker 3">
            <a:extLst>
              <a:ext uri="{FF2B5EF4-FFF2-40B4-BE49-F238E27FC236}">
                <a16:creationId xmlns:a16="http://schemas.microsoft.com/office/drawing/2014/main" id="{674F0F0E-0B29-454E-87FC-5886CBB11B61}"/>
              </a:ext>
            </a:extLst>
          </p:cNvPr>
          <p:cNvSpPr>
            <a:spLocks noGrp="1"/>
          </p:cNvSpPr>
          <p:nvPr/>
        </p:nvSpPr>
        <p:spPr>
          <a:xfrm>
            <a:off x="2614434" y="3864827"/>
            <a:ext cx="60960" cy="60960"/>
          </a:xfrm>
          <a:prstGeom prst="rect">
            <a:avLst/>
          </a:prstGeom>
          <a:solidFill>
            <a:srgbClr val="FFFFFF"/>
          </a:solidFill>
          <a:ln w="5715">
            <a:solidFill>
              <a:srgbClr val="008591"/>
            </a:solidFill>
          </a:ln>
        </p:spPr>
        <p:txBody>
          <a:bodyPr/>
          <a:lstStyle/>
          <a:p>
            <a:endParaRPr/>
          </a:p>
        </p:txBody>
      </p:sp>
      <p:sp>
        <p:nvSpPr>
          <p:cNvPr id="189" name="FALCON region number 3">
            <a:extLst>
              <a:ext uri="{FF2B5EF4-FFF2-40B4-BE49-F238E27FC236}">
                <a16:creationId xmlns:a16="http://schemas.microsoft.com/office/drawing/2014/main" id="{6917CAA1-5F07-492C-8342-476E0F895692}"/>
              </a:ext>
            </a:extLst>
          </p:cNvPr>
          <p:cNvSpPr>
            <a:spLocks noGrp="1"/>
          </p:cNvSpPr>
          <p:nvPr/>
        </p:nvSpPr>
        <p:spPr>
          <a:xfrm>
            <a:off x="2614434" y="3866732"/>
            <a:ext cx="60960" cy="58420"/>
          </a:xfrm>
          <a:prstGeom prst="rect">
            <a:avLst/>
          </a:prstGeom>
          <a:solidFill>
            <a:srgbClr val="000000">
              <a:alpha val="0"/>
            </a:srgbClr>
          </a:solidFill>
          <a:ln w="0">
            <a:solidFill>
              <a:srgbClr val="000000">
                <a:alpha val="0"/>
              </a:srgbClr>
            </a:solidFill>
          </a:ln>
        </p:spPr>
        <p:txBody>
          <a:bodyPr lIns="0" tIns="0" rIns="0" bIns="0" anchor="t"/>
          <a:lstStyle/>
          <a:p>
            <a:pPr algn="ctr">
              <a:buNone/>
              <a:defRPr sz="430" b="0">
                <a:solidFill>
                  <a:srgbClr val="53697A"/>
                </a:solidFill>
                <a:latin typeface="Aptos"/>
                <a:ea typeface="Aptos"/>
                <a:cs typeface="Aptos"/>
              </a:defRPr>
            </a:pPr>
            <a:r>
              <a:rPr sz="385" b="1">
                <a:solidFill>
                  <a:srgbClr val="008591"/>
                </a:solidFill>
                <a:latin typeface="Aptos"/>
                <a:ea typeface="Aptos"/>
                <a:cs typeface="Aptos"/>
              </a:rPr>
              <a:t>3</a:t>
            </a:r>
          </a:p>
        </p:txBody>
      </p:sp>
      <p:sp>
        <p:nvSpPr>
          <p:cNvPr id="190" name="FALCON box legend">
            <a:extLst>
              <a:ext uri="{FF2B5EF4-FFF2-40B4-BE49-F238E27FC236}">
                <a16:creationId xmlns:a16="http://schemas.microsoft.com/office/drawing/2014/main" id="{316F09A3-9C8D-4B24-B300-1EC28C0A0D08}"/>
              </a:ext>
            </a:extLst>
          </p:cNvPr>
          <p:cNvSpPr>
            <a:spLocks noGrp="1"/>
          </p:cNvSpPr>
          <p:nvPr/>
        </p:nvSpPr>
        <p:spPr>
          <a:xfrm>
            <a:off x="2108200" y="4381500"/>
            <a:ext cx="50800" cy="34290"/>
          </a:xfrm>
          <a:prstGeom prst="rect">
            <a:avLst/>
          </a:prstGeom>
          <a:noFill/>
          <a:ln w="6350">
            <a:solidFill>
              <a:srgbClr val="F00000"/>
            </a:solidFill>
          </a:ln>
        </p:spPr>
        <p:txBody>
          <a:bodyPr/>
          <a:lstStyle/>
          <a:p>
            <a:endParaRPr/>
          </a:p>
        </p:txBody>
      </p:sp>
      <p:sp>
        <p:nvSpPr>
          <p:cNvPr id="191" name="FALCON box legend text">
            <a:extLst>
              <a:ext uri="{FF2B5EF4-FFF2-40B4-BE49-F238E27FC236}">
                <a16:creationId xmlns:a16="http://schemas.microsoft.com/office/drawing/2014/main" id="{D257F451-CD7A-4A7F-B91A-2B599C67631F}"/>
              </a:ext>
            </a:extLst>
          </p:cNvPr>
          <p:cNvSpPr>
            <a:spLocks noGrp="1"/>
          </p:cNvSpPr>
          <p:nvPr/>
        </p:nvSpPr>
        <p:spPr>
          <a:xfrm>
            <a:off x="2178050" y="4371340"/>
            <a:ext cx="4699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395" b="0">
                <a:solidFill>
                  <a:srgbClr val="597184"/>
                </a:solidFill>
                <a:latin typeface="Aptos"/>
                <a:ea typeface="Aptos"/>
                <a:cs typeface="Aptos"/>
              </a:rPr>
              <a:t>Published box</a:t>
            </a:r>
          </a:p>
        </p:txBody>
      </p:sp>
      <p:sp>
        <p:nvSpPr>
          <p:cNvPr id="192" name="FALCON mask legend">
            <a:extLst>
              <a:ext uri="{FF2B5EF4-FFF2-40B4-BE49-F238E27FC236}">
                <a16:creationId xmlns:a16="http://schemas.microsoft.com/office/drawing/2014/main" id="{3E8E15C7-D340-4E41-885E-9B61BFC00FA6}"/>
              </a:ext>
            </a:extLst>
          </p:cNvPr>
          <p:cNvSpPr>
            <a:spLocks noGrp="1"/>
          </p:cNvSpPr>
          <p:nvPr/>
        </p:nvSpPr>
        <p:spPr>
          <a:xfrm>
            <a:off x="2717800" y="4381500"/>
            <a:ext cx="50800" cy="34290"/>
          </a:xfrm>
          <a:prstGeom prst="rect">
            <a:avLst/>
          </a:prstGeom>
          <a:solidFill>
            <a:srgbClr val="9660A9"/>
          </a:solidFill>
          <a:ln w="0">
            <a:solidFill>
              <a:srgbClr val="9660A9"/>
            </a:solidFill>
          </a:ln>
        </p:spPr>
        <p:txBody>
          <a:bodyPr/>
          <a:lstStyle/>
          <a:p>
            <a:endParaRPr/>
          </a:p>
        </p:txBody>
      </p:sp>
      <p:sp>
        <p:nvSpPr>
          <p:cNvPr id="193" name="FALCON mask legend text">
            <a:extLst>
              <a:ext uri="{FF2B5EF4-FFF2-40B4-BE49-F238E27FC236}">
                <a16:creationId xmlns:a16="http://schemas.microsoft.com/office/drawing/2014/main" id="{CAFF6DB6-C94A-4FB8-9742-E122CA4BABA1}"/>
              </a:ext>
            </a:extLst>
          </p:cNvPr>
          <p:cNvSpPr>
            <a:spLocks noGrp="1"/>
          </p:cNvSpPr>
          <p:nvPr/>
        </p:nvSpPr>
        <p:spPr>
          <a:xfrm>
            <a:off x="2787650" y="4371340"/>
            <a:ext cx="533400" cy="63500"/>
          </a:xfrm>
          <a:prstGeom prst="rect">
            <a:avLst/>
          </a:prstGeom>
          <a:solidFill>
            <a:srgbClr val="000000">
              <a:alpha val="0"/>
            </a:srgbClr>
          </a:solidFill>
          <a:ln w="0">
            <a:solidFill>
              <a:srgbClr val="000000">
                <a:alpha val="0"/>
              </a:srgbClr>
            </a:solidFill>
          </a:ln>
        </p:spPr>
        <p:txBody>
          <a:bodyPr lIns="0" tIns="0" rIns="0" bIns="0" anchor="t"/>
          <a:lstStyle/>
          <a:p>
            <a:pPr algn="l">
              <a:buNone/>
              <a:defRPr sz="430" b="0">
                <a:solidFill>
                  <a:srgbClr val="53697A"/>
                </a:solidFill>
                <a:latin typeface="Aptos"/>
                <a:ea typeface="Aptos"/>
                <a:cs typeface="Aptos"/>
              </a:defRPr>
            </a:pPr>
            <a:r>
              <a:rPr sz="395" b="0">
                <a:solidFill>
                  <a:srgbClr val="597184"/>
                </a:solidFill>
                <a:latin typeface="Aptos"/>
                <a:ea typeface="Aptos"/>
                <a:cs typeface="Aptos"/>
              </a:rPr>
              <a:t>Colored mask</a:t>
            </a:r>
          </a:p>
        </p:txBody>
      </p:sp>
    </p:spTree>
    <p:extLst>
      <p:ext uri="{BB962C8B-B14F-4D97-AF65-F5344CB8AC3E}">
        <p14:creationId xmlns:p14="http://schemas.microsoft.com/office/powerpoint/2010/main" val="40824174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1450</Words>
  <Application>Microsoft Office PowerPoint</Application>
  <DocSecurity>0</DocSecurity>
  <PresentationFormat>Custom</PresentationFormat>
  <Paragraphs>116</Paragraphs>
  <Slides>1</Slides>
  <Notes>1</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vt:i4>
      </vt:variant>
    </vt:vector>
  </HeadingPairs>
  <TitlesOfParts>
    <vt:vector size="4" baseType="lpstr">
      <vt:lpstr>Aptos</vt: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 Alrahman Basim Ismaik</cp:lastModifiedBy>
  <cp:revision>1</cp:revision>
  <dcterms:created xsi:type="dcterms:W3CDTF">2026-09-29T23:37:18Z</dcterms:created>
  <dcterms:modified xsi:type="dcterms:W3CDTF">2026-09-30T09:39:21Z</dcterms:modified>
</cp:coreProperties>
</file>